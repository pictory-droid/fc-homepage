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68789B86-21D8-43BA-ADF7-F12A8CE68C02}">
          <p14:sldIdLst>
            <p14:sldId id="256"/>
          </p14:sldIdLst>
        </p14:section>
        <p14:section name="본문" id="{75EE17D8-9D65-4647-9EB0-0C6F14D9E1E2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133CFDCE-B926-4462-826F-9BD059E70C29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950671" y="1828800"/>
            <a:ext cx="8290352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950671" y="2212848"/>
            <a:ext cx="8290352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950671" y="3886200"/>
            <a:ext cx="8290352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950671" y="4663440"/>
            <a:ext cx="8290352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테두리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테두리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9525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테마 장식"/>
          <p:cNvGrpSpPr/>
          <p:nvPr/>
        </p:nvGrpSpPr>
        <p:grpSpPr>
          <a:xfrm>
            <a:off x="5844387" y="205739"/>
            <a:ext cx="502920" cy="502920"/>
            <a:chOff x="5844387" y="205739"/>
            <a:chExt cx="502920" cy="502920"/>
          </a:xfrm>
        </p:grpSpPr>
        <p:sp>
          <p:nvSpPr>
            <p:cNvPr id="9" name="Round Diagonal Corner Rectangle 8"/>
            <p:cNvSpPr/>
            <p:nvPr/>
          </p:nvSpPr>
          <p:spPr>
            <a:xfrm>
              <a:off x="5844387" y="205739"/>
              <a:ext cx="502920" cy="50292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2224D8EA-F63F-49A2-A752-DA48EF2A61E3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950671" y="1828800"/>
            <a:ext cx="8290352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950671" y="2212848"/>
            <a:ext cx="8290352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950671" y="3886200"/>
            <a:ext cx="8290352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950671" y="4663440"/>
            <a:ext cx="8290352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테두리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chemeClr val="bg1">
              <a:alpha val="55000"/>
            </a:schemeClr>
          </a:solidFill>
          <a:ln w="190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테두리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테마 장식"/>
          <p:cNvGrpSpPr/>
          <p:nvPr/>
        </p:nvGrpSpPr>
        <p:grpSpPr>
          <a:xfrm>
            <a:off x="5844387" y="205739"/>
            <a:ext cx="502920" cy="502920"/>
            <a:chOff x="5844387" y="205739"/>
            <a:chExt cx="502920" cy="502920"/>
          </a:xfrm>
        </p:grpSpPr>
        <p:sp>
          <p:nvSpPr>
            <p:cNvPr id="9" name="Round Diagonal Corner Rectangle 8"/>
            <p:cNvSpPr/>
            <p:nvPr/>
          </p:nvSpPr>
          <p:spPr>
            <a:xfrm>
              <a:off x="5844387" y="205739"/>
              <a:ext cx="502920" cy="50292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8C159728-0292-4FC7-8B92-191B49CCC1E5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6400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0116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33832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47548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6400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0116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33832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47548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B0E752D9-5C32-441D-847D-80072AD22D4D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7" name="Round Diagonal Corner Rectangle 6"/>
            <p:cNvSpPr/>
            <p:nvPr/>
          </p:nvSpPr>
          <p:spPr>
            <a:xfrm>
              <a:off x="5821527" y="5212080"/>
              <a:ext cx="548640" cy="54864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눈 속 동백 앞에서 아이와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아이와 함께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1101465" y="2057400"/>
            <a:ext cx="1736532" cy="201922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101465" y="2057400"/>
            <a:ext cx="1736532" cy="2019223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9" name="사진 바탕 2"/>
          <p:cNvSpPr/>
          <p:nvPr/>
        </p:nvSpPr>
        <p:spPr>
          <a:xfrm>
            <a:off x="3852209" y="2057400"/>
            <a:ext cx="1736532" cy="201922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852209" y="2057400"/>
            <a:ext cx="1736532" cy="2019223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3" name="사진 바탕 3"/>
          <p:cNvSpPr/>
          <p:nvPr/>
        </p:nvSpPr>
        <p:spPr>
          <a:xfrm>
            <a:off x="6602953" y="2057400"/>
            <a:ext cx="1736532" cy="201922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602953" y="2057400"/>
            <a:ext cx="1736532" cy="2019223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7" name="사진 바탕 4"/>
          <p:cNvSpPr/>
          <p:nvPr/>
        </p:nvSpPr>
        <p:spPr>
          <a:xfrm>
            <a:off x="9353697" y="2057400"/>
            <a:ext cx="1736532" cy="201922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9353697" y="2057400"/>
            <a:ext cx="1736532" cy="2019223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D440F-E1B3-471A-9026-DF3DB421B6FA}" type="slidenum">
              <a:rPr lang="en-US"/>
              <a:t>‹#›</a:t>
            </a:fld>
            <a:endParaRPr lang="en-US"/>
          </a:p>
        </p:txBody>
      </p:sp>
      <p:sp>
        <p:nvSpPr>
          <p:cNvPr id="14" name="아빠 카드"/>
          <p:cNvSpPr/>
          <p:nvPr/>
        </p:nvSpPr>
        <p:spPr>
          <a:xfrm>
            <a:off x="731520" y="1828800"/>
            <a:ext cx="2476423" cy="4122343"/>
          </a:xfrm>
          <a:prstGeom prst="roundRect">
            <a:avLst>
              <a:gd name="adj" fmla="val 7000"/>
            </a:avLst>
          </a:prstGeom>
          <a:solidFill>
            <a:schemeClr val="bg1">
              <a:alpha val="55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아빠 이름"/>
          <p:cNvSpPr txBox="1"/>
          <p:nvPr/>
        </p:nvSpPr>
        <p:spPr>
          <a:xfrm>
            <a:off x="731520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아빠</a:t>
            </a:r>
          </a:p>
        </p:txBody>
      </p:sp>
      <p:sp>
        <p:nvSpPr>
          <p:cNvPr id="17" name="아빠 소개"/>
          <p:cNvSpPr txBox="1"/>
          <p:nvPr/>
        </p:nvSpPr>
        <p:spPr>
          <a:xfrm>
            <a:off x="822960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18" name="엄마 카드"/>
          <p:cNvSpPr/>
          <p:nvPr/>
        </p:nvSpPr>
        <p:spPr>
          <a:xfrm>
            <a:off x="3482263" y="1828800"/>
            <a:ext cx="2476423" cy="4122343"/>
          </a:xfrm>
          <a:prstGeom prst="roundRect">
            <a:avLst>
              <a:gd name="adj" fmla="val 7000"/>
            </a:avLst>
          </a:prstGeom>
          <a:solidFill>
            <a:schemeClr val="bg1">
              <a:alpha val="55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엄마 이름"/>
          <p:cNvSpPr txBox="1"/>
          <p:nvPr/>
        </p:nvSpPr>
        <p:spPr>
          <a:xfrm>
            <a:off x="3482263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엄마</a:t>
            </a:r>
          </a:p>
        </p:txBody>
      </p:sp>
      <p:sp>
        <p:nvSpPr>
          <p:cNvPr id="21" name="엄마 소개"/>
          <p:cNvSpPr txBox="1"/>
          <p:nvPr/>
        </p:nvSpPr>
        <p:spPr>
          <a:xfrm>
            <a:off x="3573703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22" name="첫째 카드"/>
          <p:cNvSpPr/>
          <p:nvPr/>
        </p:nvSpPr>
        <p:spPr>
          <a:xfrm>
            <a:off x="6233007" y="1828800"/>
            <a:ext cx="2476423" cy="4122343"/>
          </a:xfrm>
          <a:prstGeom prst="roundRect">
            <a:avLst>
              <a:gd name="adj" fmla="val 7000"/>
            </a:avLst>
          </a:prstGeom>
          <a:solidFill>
            <a:schemeClr val="bg1">
              <a:alpha val="55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첫째 이름"/>
          <p:cNvSpPr txBox="1"/>
          <p:nvPr/>
        </p:nvSpPr>
        <p:spPr>
          <a:xfrm>
            <a:off x="6233007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첫째</a:t>
            </a:r>
          </a:p>
        </p:txBody>
      </p:sp>
      <p:sp>
        <p:nvSpPr>
          <p:cNvPr id="25" name="첫째 소개"/>
          <p:cNvSpPr txBox="1"/>
          <p:nvPr/>
        </p:nvSpPr>
        <p:spPr>
          <a:xfrm>
            <a:off x="6324447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자라서 되고 싶은 것</a:t>
            </a:r>
          </a:p>
        </p:txBody>
      </p:sp>
      <p:sp>
        <p:nvSpPr>
          <p:cNvPr id="26" name="둘째 카드"/>
          <p:cNvSpPr/>
          <p:nvPr/>
        </p:nvSpPr>
        <p:spPr>
          <a:xfrm>
            <a:off x="8983751" y="1828800"/>
            <a:ext cx="2476423" cy="4122343"/>
          </a:xfrm>
          <a:prstGeom prst="roundRect">
            <a:avLst>
              <a:gd name="adj" fmla="val 7000"/>
            </a:avLst>
          </a:prstGeom>
          <a:solidFill>
            <a:schemeClr val="bg1">
              <a:alpha val="55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둘째 이름"/>
          <p:cNvSpPr txBox="1"/>
          <p:nvPr/>
        </p:nvSpPr>
        <p:spPr>
          <a:xfrm>
            <a:off x="8983751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둘째</a:t>
            </a:r>
          </a:p>
        </p:txBody>
      </p:sp>
      <p:sp>
        <p:nvSpPr>
          <p:cNvPr id="29" name="둘째 소개"/>
          <p:cNvSpPr txBox="1"/>
          <p:nvPr/>
        </p:nvSpPr>
        <p:spPr>
          <a:xfrm>
            <a:off x="9075191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자라서 되고 싶은 것</a:t>
            </a: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5C09E-16A5-4E6B-8D97-369FB9D2C89D}" type="slidenum">
              <a:rPr lang="en-US"/>
              <a:t>‹#›</a:t>
            </a:fld>
            <a:endParaRPr lang="en-US"/>
          </a:p>
        </p:txBody>
      </p:sp>
      <p:cxnSp>
        <p:nvCxnSpPr>
          <p:cNvPr id="6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38100" cap="rnd">
            <a:solidFill>
              <a:schemeClr val="accent4"/>
            </a:solidFill>
            <a:tailEnd type="triangle"/>
          </a:ln>
        </p:spPr>
      </p:cxnSp>
      <p:grpSp>
        <p:nvGrpSpPr>
          <p:cNvPr id="7" name="때 1"/>
          <p:cNvGrpSpPr/>
          <p:nvPr/>
        </p:nvGrpSpPr>
        <p:grpSpPr>
          <a:xfrm>
            <a:off x="777240" y="2651760"/>
            <a:ext cx="2590723" cy="3383280"/>
            <a:chOff x="777240" y="2651760"/>
            <a:chExt cx="2590723" cy="3383280"/>
          </a:xfrm>
        </p:grpSpPr>
        <p:sp>
          <p:nvSpPr>
            <p:cNvPr id="8" name="점"/>
            <p:cNvSpPr/>
            <p:nvPr/>
          </p:nvSpPr>
          <p:spPr>
            <a:xfrm>
              <a:off x="1871433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때"/>
            <p:cNvSpPr txBox="1"/>
            <p:nvPr/>
          </p:nvSpPr>
          <p:spPr>
            <a:xfrm>
              <a:off x="777240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가족이 된 날</a:t>
              </a:r>
            </a:p>
          </p:txBody>
        </p:sp>
        <p:sp>
          <p:nvSpPr>
            <p:cNvPr id="10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우리의 시작</a:t>
              </a:r>
            </a:p>
          </p:txBody>
        </p:sp>
        <p:sp>
          <p:nvSpPr>
            <p:cNvPr id="11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처음 만난 날의 이야기</a:t>
              </a:r>
            </a:p>
          </p:txBody>
        </p:sp>
      </p:grpSp>
      <p:grpSp>
        <p:nvGrpSpPr>
          <p:cNvPr id="12" name="때 2"/>
          <p:cNvGrpSpPr/>
          <p:nvPr/>
        </p:nvGrpSpPr>
        <p:grpSpPr>
          <a:xfrm>
            <a:off x="3459403" y="2651760"/>
            <a:ext cx="2590723" cy="3383280"/>
            <a:chOff x="3459403" y="2651760"/>
            <a:chExt cx="2590723" cy="3383280"/>
          </a:xfrm>
        </p:grpSpPr>
        <p:sp>
          <p:nvSpPr>
            <p:cNvPr id="13" name="점"/>
            <p:cNvSpPr/>
            <p:nvPr/>
          </p:nvSpPr>
          <p:spPr>
            <a:xfrm>
              <a:off x="4553597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때"/>
            <p:cNvSpPr txBox="1"/>
            <p:nvPr/>
          </p:nvSpPr>
          <p:spPr>
            <a:xfrm>
              <a:off x="3459403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아이가 태어난 날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새 식구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7" name="때 3"/>
          <p:cNvGrpSpPr/>
          <p:nvPr/>
        </p:nvGrpSpPr>
        <p:grpSpPr>
          <a:xfrm>
            <a:off x="6141567" y="2651760"/>
            <a:ext cx="2590723" cy="3383280"/>
            <a:chOff x="6141567" y="2651760"/>
            <a:chExt cx="2590723" cy="3383280"/>
          </a:xfrm>
        </p:grpSpPr>
        <p:sp>
          <p:nvSpPr>
            <p:cNvPr id="18" name="점"/>
            <p:cNvSpPr/>
            <p:nvPr/>
          </p:nvSpPr>
          <p:spPr>
            <a:xfrm>
              <a:off x="7235761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때"/>
            <p:cNvSpPr txBox="1"/>
            <p:nvPr/>
          </p:nvSpPr>
          <p:spPr>
            <a:xfrm>
              <a:off x="6141567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가족 여행</a:t>
              </a:r>
            </a:p>
          </p:txBody>
        </p:sp>
        <p:sp>
          <p:nvSpPr>
            <p:cNvPr id="20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 떠난 길</a:t>
              </a:r>
            </a:p>
          </p:txBody>
        </p:sp>
        <p:sp>
          <p:nvSpPr>
            <p:cNvPr id="21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가장 웃었던 순간</a:t>
              </a:r>
            </a:p>
          </p:txBody>
        </p:sp>
      </p:grpSp>
      <p:grpSp>
        <p:nvGrpSpPr>
          <p:cNvPr id="22" name="때 4"/>
          <p:cNvGrpSpPr/>
          <p:nvPr/>
        </p:nvGrpSpPr>
        <p:grpSpPr>
          <a:xfrm>
            <a:off x="8823731" y="2651760"/>
            <a:ext cx="2590723" cy="3383280"/>
            <a:chOff x="8823731" y="2651760"/>
            <a:chExt cx="2590723" cy="3383280"/>
          </a:xfrm>
        </p:grpSpPr>
        <p:sp>
          <p:nvSpPr>
            <p:cNvPr id="23" name="점"/>
            <p:cNvSpPr/>
            <p:nvPr/>
          </p:nvSpPr>
          <p:spPr>
            <a:xfrm>
              <a:off x="9917925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때"/>
            <p:cNvSpPr txBox="1"/>
            <p:nvPr/>
          </p:nvSpPr>
          <p:spPr>
            <a:xfrm>
              <a:off x="8823731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지금</a:t>
              </a:r>
            </a:p>
          </p:txBody>
        </p:sp>
        <p:sp>
          <p:nvSpPr>
            <p:cNvPr id="25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6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8CD31-17D6-4903-A91F-466BC7DD8C6B}" type="slidenum">
              <a:rPr lang="en-US"/>
              <a:t>‹#›</a:t>
            </a:fld>
            <a:endParaRPr lang="en-US"/>
          </a:p>
        </p:txBody>
      </p:sp>
      <p:grpSp>
        <p:nvGrpSpPr>
          <p:cNvPr id="6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7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1005840" y="210312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밥은 꼭 함께 먹기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2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1005840" y="324612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4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sp>
          <p:nvSpPr>
            <p:cNvPr id="15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잠들기 전에 사랑한다고 말하기</a:t>
              </a:r>
            </a:p>
          </p:txBody>
        </p:sp>
      </p:grpSp>
      <p:grpSp>
        <p:nvGrpSpPr>
          <p:cNvPr id="16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7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번호 3"/>
            <p:cNvSpPr/>
            <p:nvPr/>
          </p:nvSpPr>
          <p:spPr>
            <a:xfrm>
              <a:off x="1005840" y="438912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9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sp>
          <p:nvSpPr>
            <p:cNvPr id="20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주말에는 함께 산책하기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B61B5-CB2A-4E5D-AE13-F3118E8A822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892A4-EB55-44E9-B56C-F2F94E0EE6B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아이와 함께 가족 소개">
  <a:themeElements>
    <a:clrScheme name="아이와 함께 가족 소개">
      <a:dk1>
        <a:srgbClr val="2B2724"/>
      </a:dk1>
      <a:lt1>
        <a:srgbClr val="FFFFFF"/>
      </a:lt1>
      <a:dk2>
        <a:srgbClr val="60643A"/>
      </a:dk2>
      <a:lt2>
        <a:srgbClr val="F7EBEC"/>
      </a:lt2>
      <a:accent1>
        <a:srgbClr val="CC898F"/>
      </a:accent1>
      <a:accent2>
        <a:srgbClr val="8FAABD"/>
      </a:accent2>
      <a:accent3>
        <a:srgbClr val="4E2C2F"/>
      </a:accent3>
      <a:accent4>
        <a:srgbClr val="EECED1"/>
      </a:accent4>
      <a:accent5>
        <a:srgbClr val="E0DDA3"/>
      </a:accent5>
      <a:accent6>
        <a:srgbClr val="E6BCE4"/>
      </a:accent6>
      <a:hlink>
        <a:srgbClr val="60643A"/>
      </a:hlink>
      <a:folHlink>
        <a:srgbClr val="4E2C2F"/>
      </a:folHlink>
    </a:clrScheme>
    <a:fontScheme name="아이와 함께 가족 소개">
      <a:majorFont>
        <a:latin typeface="Georgi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아이와 함께 가족 소개</dc:title>
  <dc:subject>아이와 함께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