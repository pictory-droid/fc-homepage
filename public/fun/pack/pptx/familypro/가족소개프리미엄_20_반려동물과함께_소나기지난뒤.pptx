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19B68CF-0B76-400C-948F-836FDCA757C8}">
          <p14:sldIdLst>
            <p14:sldId id="256"/>
          </p14:sldIdLst>
        </p14:section>
        <p14:section name="본문" id="{4830DC9E-70C9-40F7-9E7D-FD2787D9A52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DFF5763-6312-4A56-B7C5-C8F1C1E87F5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51EAEA8-EEE0-4D64-81FF-CFDFCF5132E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C2CDF85-BD05-44E7-940A-B5F6921466C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2D48595-5E8E-48C1-BC8D-5C1216F5C86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7" name="Heart 6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소나기 그치고 물웅덩이로 달려가던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3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AFC8A-9200-4310-98BF-C4DB72AA785B}" type="slidenum">
              <a:rPr lang="en-US"/>
              <a:t>‹#›</a:t>
            </a:fld>
            <a:endParaRPr lang="en-US"/>
          </a:p>
        </p:txBody>
      </p:sp>
      <p:sp>
        <p:nvSpPr>
          <p:cNvPr id="14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1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2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5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0E5A0-3752-42DC-AF9F-E7F3112458DF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7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8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3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8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3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3EA9-F927-49E4-B445-C2DFCC308885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7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5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6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7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20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E2E98-DFEB-4D57-B7DE-7906A4ADE2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소나기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A9177-C83A-48E0-B121-05CDB469D98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3A3A64"/>
      </a:dk2>
      <a:lt2>
        <a:srgbClr val="DEF5F9"/>
      </a:lt2>
      <a:accent1>
        <a:srgbClr val="7ED1E2"/>
      </a:accent1>
      <a:accent2>
        <a:srgbClr val="CF869F"/>
      </a:accent2>
      <a:accent3>
        <a:srgbClr val="2C494E"/>
      </a:accent3>
      <a:accent4>
        <a:srgbClr val="C5EFF7"/>
      </a:accent4>
      <a:accent5>
        <a:srgbClr val="AFA3E0"/>
      </a:accent5>
      <a:accent6>
        <a:srgbClr val="BCE6C9"/>
      </a:accent6>
      <a:hlink>
        <a:srgbClr val="3A3A64"/>
      </a:hlink>
      <a:folHlink>
        <a:srgbClr val="2C494E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