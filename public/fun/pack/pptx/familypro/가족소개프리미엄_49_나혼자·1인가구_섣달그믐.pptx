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968A7B1-54D1-41B6-A471-FBFED14DDDD8}">
          <p14:sldIdLst>
            <p14:sldId id="256"/>
          </p14:sldIdLst>
        </p14:section>
        <p14:section name="본문" id="{8F9A66F8-BD2C-48F4-957E-3A226563212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7F1EC35-39A3-4647-A4F0-4AA099DEC68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728DC162-2E1A-4028-9253-6029AB5D8E6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CC5FE4B-ED39-4CDD-A4F3-B5B0053BF9F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C179EE1-F893-43F2-A2BD-80C30CFCA4E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6" name="Connector 5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7" name="Round Diagonal Corner Rectangle 6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Diagonal Corner Rectangle 7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섣달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그믐밤 혼자 켜 놓은 텔레비전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B3385-F699-4888-B121-DAB5EE203C55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54BC-315D-434D-8D5C-1F6E9FD6C45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89AF-F65B-427C-B2D0-877299C43E1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66A27-7131-49BF-9DBD-A1F6F82588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F0-68C5-40EA-82B4-09386430C55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섣달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