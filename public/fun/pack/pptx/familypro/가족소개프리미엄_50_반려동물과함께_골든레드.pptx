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5594FF6-69F0-4D52-A0BF-0CAA13758E47}">
          <p14:sldIdLst>
            <p14:sldId id="256"/>
          </p14:sldIdLst>
        </p14:section>
        <p14:section name="본문" id="{F1DC74A5-B4DA-4677-9B5D-76757EE52DB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3910560-B53E-4084-930D-AFB04367474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CF7EA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8452437-B7EA-4358-8D61-0DF9C69D101D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CF7EA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13C20BA-F7DF-4914-8122-49EC0BF8F2F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221205C-39E0-4ACC-BAC2-DFC4D8BFEFF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해돋이 보러 같이 올라간 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ect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EA52-44E6-429D-A786-65EC787F5A68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A6088-C900-4443-81A8-E014950591ED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C358F-5A30-4F03-983C-7B42CE5633A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B93E-FC11-49E0-854F-DDBB544EF95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7AF1B-CB18-4609-BADD-B76BAB72F1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FCF7EA"/>
      </a:dk1>
      <a:lt1>
        <a:srgbClr val="2F1119"/>
      </a:lt1>
      <a:dk2>
        <a:srgbClr val="F6E3B4"/>
      </a:dk2>
      <a:lt2>
        <a:srgbClr val="1E0B10"/>
      </a:lt2>
      <a:accent1>
        <a:srgbClr val="E2B659"/>
      </a:accent1>
      <a:accent2>
        <a:srgbClr val="C0283C"/>
      </a:accent2>
      <a:accent3>
        <a:srgbClr val="13070A"/>
      </a:accent3>
      <a:accent4>
        <a:srgbClr val="431924"/>
      </a:accent4>
      <a:accent5>
        <a:srgbClr val="EAC871"/>
      </a:accent5>
      <a:accent6>
        <a:srgbClr val="8F1F2F"/>
      </a:accent6>
      <a:hlink>
        <a:srgbClr val="F6E3B4"/>
      </a:hlink>
      <a:folHlink>
        <a:srgbClr val="13070A"/>
      </a:folHlink>
    </a:clrScheme>
    <a:fontScheme name="반려동물과 함께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