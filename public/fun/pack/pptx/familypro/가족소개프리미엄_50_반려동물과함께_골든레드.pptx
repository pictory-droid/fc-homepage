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0AEDFF1-FD7D-4E6B-B4E5-081338D30BEC}">
          <p14:sldIdLst>
            <p14:sldId id="256"/>
          </p14:sldIdLst>
        </p14:section>
        <p14:section name="본문" id="{660C8827-CDE9-43FB-9095-0E521B50CB9C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738EA763-81EB-4FA6-AF37-AD79451D5C15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CF7EA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EB5A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D817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CF7EA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87B9D852-A679-41A5-97B9-FDEDECBF772A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CF7EA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EB5A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D817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CF7EA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82CADF31-04CD-4B34-BAEE-5B34A1D4F2EE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E91F4508-5278-4594-9BBC-F51A1115A407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LUCKY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새해 해돋이 보러 같이 올라간 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반려동물과 함께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342339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342339" y="2057400"/>
            <a:ext cx="2171700" cy="2171700"/>
          </a:xfrm>
          <a:prstGeom prst="rect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5009997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009997" y="2057400"/>
            <a:ext cx="2171700" cy="2171700"/>
          </a:xfrm>
          <a:prstGeom prst="rect">
            <a:avLst/>
          </a:prstGeom>
        </p:spPr>
      </p:sp>
      <p:sp>
        <p:nvSpPr>
          <p:cNvPr id="22" name="사진 바탕 3"/>
          <p:cNvSpPr/>
          <p:nvPr/>
        </p:nvSpPr>
        <p:spPr>
          <a:xfrm>
            <a:off x="8677656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677656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D9CBE-BACB-419D-8104-DDDC8DB4CC00}" type="slidenum">
              <a:rPr lang="en-US"/>
              <a:t>‹#›</a:t>
            </a:fld>
            <a:endParaRPr lang="en-US"/>
          </a:p>
        </p:txBody>
      </p:sp>
      <p:sp>
        <p:nvSpPr>
          <p:cNvPr id="13" name="보호자 1 카드"/>
          <p:cNvSpPr/>
          <p:nvPr/>
        </p:nvSpPr>
        <p:spPr>
          <a:xfrm>
            <a:off x="731520" y="1828800"/>
            <a:ext cx="3393338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보호자 1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1</a:t>
            </a:r>
          </a:p>
        </p:txBody>
      </p:sp>
      <p:sp>
        <p:nvSpPr>
          <p:cNvPr id="16" name="보호자 1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반려동물에게 한마디</a:t>
            </a:r>
          </a:p>
        </p:txBody>
      </p:sp>
      <p:sp>
        <p:nvSpPr>
          <p:cNvPr id="17" name="보호자 2 카드"/>
          <p:cNvSpPr/>
          <p:nvPr/>
        </p:nvSpPr>
        <p:spPr>
          <a:xfrm>
            <a:off x="4399178" y="1828800"/>
            <a:ext cx="3393338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보호자 2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2</a:t>
            </a:r>
          </a:p>
        </p:txBody>
      </p:sp>
      <p:sp>
        <p:nvSpPr>
          <p:cNvPr id="20" name="보호자 2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반려동물에게 한마디</a:t>
            </a:r>
          </a:p>
        </p:txBody>
      </p:sp>
      <p:sp>
        <p:nvSpPr>
          <p:cNvPr id="21" name="우리 반려동물 카드"/>
          <p:cNvSpPr/>
          <p:nvPr/>
        </p:nvSpPr>
        <p:spPr>
          <a:xfrm>
            <a:off x="8066836" y="1828800"/>
            <a:ext cx="3393338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우리 반려동물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우리 반려동물</a:t>
            </a:r>
          </a:p>
        </p:txBody>
      </p:sp>
      <p:sp>
        <p:nvSpPr>
          <p:cNvPr id="24" name="우리 반려동물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특징 · 성격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75257-AEAE-44A5-BE40-D000322EA53A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처음 만난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인연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입양하던 날의 이야기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산책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함께한 첫 걸음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가장 웃었던 날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잊지 못할 순간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사진으로 남겨 두세요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382C0-FCC2-4CFF-8C4C-7E6591F75671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57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산책은 하루도 거르지 않기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960120" y="3200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건강 검진 날짜 챙기기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960120" y="4343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많이 안아 주고 많이 칭찬하기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8E7-B654-4B2F-895B-7C299385DFF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B2E0E-C54D-49D8-A194-2231EB8B97B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LUCKY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반려동물과 함께 가족 소개">
  <a:themeElements>
    <a:clrScheme name="반려동물과 함께 가족 소개">
      <a:dk1>
        <a:srgbClr val="FCF7EA"/>
      </a:dk1>
      <a:lt1>
        <a:srgbClr val="2F1119"/>
      </a:lt1>
      <a:dk2>
        <a:srgbClr val="F6E3B4"/>
      </a:dk2>
      <a:lt2>
        <a:srgbClr val="1E0B10"/>
      </a:lt2>
      <a:accent1>
        <a:srgbClr val="E2B659"/>
      </a:accent1>
      <a:accent2>
        <a:srgbClr val="C0283C"/>
      </a:accent2>
      <a:accent3>
        <a:srgbClr val="13070A"/>
      </a:accent3>
      <a:accent4>
        <a:srgbClr val="431924"/>
      </a:accent4>
      <a:accent5>
        <a:srgbClr val="EAC871"/>
      </a:accent5>
      <a:accent6>
        <a:srgbClr val="8F1F2F"/>
      </a:accent6>
      <a:hlink>
        <a:srgbClr val="F6E3B4"/>
      </a:hlink>
      <a:folHlink>
        <a:srgbClr val="13070A"/>
      </a:folHlink>
    </a:clrScheme>
    <a:fontScheme name="반려동물과 함께 가족 소개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>반려동물과 함께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