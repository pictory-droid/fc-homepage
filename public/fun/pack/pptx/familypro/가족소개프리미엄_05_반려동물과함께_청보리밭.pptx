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9E6A8EC-6257-4653-8262-C42BB55C7714}">
          <p14:sldIdLst>
            <p14:sldId id="256"/>
          </p14:sldIdLst>
        </p14:section>
        <p14:section name="본문" id="{95C50488-CA34-4DD8-B244-00797A9D688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8FE809D-1758-4D8E-84EE-9B9C5A0FE70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4335377-9905-43D6-9750-5C1F5BE8E081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E3B88148-F6CE-4654-AE4C-25A394CD9EC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3296B92-06A5-454F-BB28-2909A027EBD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청보리밭 사이를 뛰어다니던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8451-02B8-4A54-8909-7E6D83B9C08F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120FF-392C-4A5F-831B-8E17A6648F8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F9327-4646-49AF-8050-D57600DDF05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7EEB-EE2E-4D22-ABA6-9C58F78AD2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8CE47-A9B4-4EDC-BC8E-4BDE93A793C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