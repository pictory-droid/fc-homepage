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BED7ECFB-CB0B-4B70-9431-A14BDEC38FDC}">
          <p14:sldIdLst>
            <p14:sldId id="256"/>
          </p14:sldIdLst>
        </p14:section>
        <p14:section name="본문" id="{68EED803-5602-4F5B-A1C4-45982D7A1BB6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8F840245-FA02-4D01-8A9F-253FBE4364E9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자리의 아이콘을 눌러 가족 사진을 넣으세요. 이름·소개 글은 눌러서 고칩니다.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때·제목·내용을 고치세요. 단계는 복사해서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가족끼리 정한 약속을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가족에게 전하고 싶은 한마디를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dotGrid">
          <a:fgClr>
            <a:schemeClr val="bg1"/>
          </a:fgClr>
          <a:bgClr>
            <a:schemeClr val="accent3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6095847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rgbClr val="F4FEFC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095847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B2BCBE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7F888E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Oval 1"/>
          <p:cNvSpPr/>
          <p:nvPr/>
        </p:nvSpPr>
        <p:spPr>
          <a:xfrm>
            <a:off x="30412" y="777240"/>
            <a:ext cx="5303520" cy="5303520"/>
          </a:xfrm>
          <a:prstGeom prst="ellipse">
            <a:avLst/>
          </a:prstGeom>
          <a:noFill/>
          <a:ln w="1270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70492" y="1417319"/>
            <a:ext cx="4023360" cy="4023360"/>
          </a:xfrm>
          <a:prstGeom prst="ellipse">
            <a:avLst/>
          </a:prstGeom>
          <a:noFill/>
          <a:ln w="6350">
            <a:solidFill>
              <a:schemeClr val="accent2"/>
            </a:solidFill>
            <a:prstDash val="sys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264852" y="2011680"/>
            <a:ext cx="2834640" cy="2834640"/>
          </a:xfrm>
          <a:prstGeom prst="ellipse">
            <a:avLst/>
          </a:prstGeom>
          <a:noFill/>
          <a:ln w="1270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13492" y="2560320"/>
            <a:ext cx="1737360" cy="1737360"/>
          </a:xfrm>
          <a:prstGeom prst="ellipse">
            <a:avLst/>
          </a:prstGeom>
          <a:noFill/>
          <a:ln w="6350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행성"/>
          <p:cNvSpPr/>
          <p:nvPr/>
        </p:nvSpPr>
        <p:spPr>
          <a:xfrm>
            <a:off x="2352074" y="3098901"/>
            <a:ext cx="660196" cy="66019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위성 1"/>
          <p:cNvSpPr/>
          <p:nvPr/>
        </p:nvSpPr>
        <p:spPr>
          <a:xfrm>
            <a:off x="4295251" y="1306193"/>
            <a:ext cx="182880" cy="1828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위성 2"/>
          <p:cNvSpPr/>
          <p:nvPr/>
        </p:nvSpPr>
        <p:spPr>
          <a:xfrm>
            <a:off x="727804" y="2676956"/>
            <a:ext cx="128016" cy="12801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위성 3"/>
          <p:cNvSpPr/>
          <p:nvPr/>
        </p:nvSpPr>
        <p:spPr>
          <a:xfrm>
            <a:off x="3066340" y="4660261"/>
            <a:ext cx="201168" cy="20116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위성 4"/>
          <p:cNvSpPr/>
          <p:nvPr/>
        </p:nvSpPr>
        <p:spPr>
          <a:xfrm>
            <a:off x="3292756" y="2815759"/>
            <a:ext cx="109728" cy="10972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 flipV="1">
            <a:off x="-367351" y="1970532"/>
            <a:ext cx="6099047" cy="2916936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dotGrid">
          <a:fgClr>
            <a:schemeClr val="bg1"/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11505895" y="914400"/>
            <a:ext cx="594359" cy="466344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000" b="0" spc="90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1414455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rgbClr val="1A1613"/>
                </a:solidFill>
              </a:defRPr>
            </a:lvl1pPr>
          </a:lstStyle>
          <a:p>
            <a:fld id="{401487A9-205A-4ED8-BC98-56824A080B01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640080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640080" y="658368"/>
            <a:ext cx="10134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2" name="옆 띠"/>
          <p:cNvSpPr/>
          <p:nvPr/>
        </p:nvSpPr>
        <p:spPr>
          <a:xfrm>
            <a:off x="11414455" y="0"/>
            <a:ext cx="777240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40080" y="1572768"/>
            <a:ext cx="1280159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1920239" y="1572768"/>
            <a:ext cx="8854136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6095847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rgbClr val="F4FEFC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095847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B2BCBE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7F888E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Oval 1"/>
          <p:cNvSpPr/>
          <p:nvPr/>
        </p:nvSpPr>
        <p:spPr>
          <a:xfrm>
            <a:off x="30412" y="777240"/>
            <a:ext cx="5303520" cy="5303520"/>
          </a:xfrm>
          <a:prstGeom prst="ellipse">
            <a:avLst/>
          </a:prstGeom>
          <a:noFill/>
          <a:ln w="1270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70492" y="1417319"/>
            <a:ext cx="4023360" cy="4023360"/>
          </a:xfrm>
          <a:prstGeom prst="ellipse">
            <a:avLst/>
          </a:prstGeom>
          <a:noFill/>
          <a:ln w="6350">
            <a:solidFill>
              <a:schemeClr val="accent2"/>
            </a:solidFill>
            <a:prstDash val="sys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264852" y="2011680"/>
            <a:ext cx="2834640" cy="2834640"/>
          </a:xfrm>
          <a:prstGeom prst="ellipse">
            <a:avLst/>
          </a:prstGeom>
          <a:noFill/>
          <a:ln w="1270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13492" y="2560320"/>
            <a:ext cx="1737360" cy="1737360"/>
          </a:xfrm>
          <a:prstGeom prst="ellipse">
            <a:avLst/>
          </a:prstGeom>
          <a:noFill/>
          <a:ln w="6350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행성"/>
          <p:cNvSpPr/>
          <p:nvPr/>
        </p:nvSpPr>
        <p:spPr>
          <a:xfrm>
            <a:off x="2352074" y="3098901"/>
            <a:ext cx="660196" cy="66019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위성 1"/>
          <p:cNvSpPr/>
          <p:nvPr/>
        </p:nvSpPr>
        <p:spPr>
          <a:xfrm>
            <a:off x="4295251" y="1306193"/>
            <a:ext cx="182880" cy="1828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위성 2"/>
          <p:cNvSpPr/>
          <p:nvPr/>
        </p:nvSpPr>
        <p:spPr>
          <a:xfrm>
            <a:off x="727804" y="2676956"/>
            <a:ext cx="128016" cy="12801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위성 3"/>
          <p:cNvSpPr/>
          <p:nvPr/>
        </p:nvSpPr>
        <p:spPr>
          <a:xfrm>
            <a:off x="3066340" y="4660261"/>
            <a:ext cx="201168" cy="20116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위성 4"/>
          <p:cNvSpPr/>
          <p:nvPr/>
        </p:nvSpPr>
        <p:spPr>
          <a:xfrm>
            <a:off x="3292756" y="2815759"/>
            <a:ext cx="109728" cy="10972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 flipV="1">
            <a:off x="-367351" y="1970532"/>
            <a:ext cx="6099047" cy="2916936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dotGrid">
          <a:fgClr>
            <a:schemeClr val="bg1"/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11505895" y="914400"/>
            <a:ext cx="594359" cy="466344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000" b="0" spc="90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1414455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rgbClr val="1A1613"/>
                </a:solidFill>
              </a:defRPr>
            </a:lvl1pPr>
          </a:lstStyle>
          <a:p>
            <a:fld id="{2656B9FE-7183-493C-8931-4E32B369A243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640080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640080" y="658368"/>
            <a:ext cx="10134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5" name="사진 1"/>
          <p:cNvSpPr>
            <a:spLocks noGrp="1"/>
          </p:cNvSpPr>
          <p:nvPr>
            <p:ph type="pic" sz="quarter" idx="13"/>
          </p:nvPr>
        </p:nvSpPr>
        <p:spPr>
          <a:xfrm>
            <a:off x="6400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2"/>
          <p:cNvSpPr>
            <a:spLocks noGrp="1"/>
          </p:cNvSpPr>
          <p:nvPr>
            <p:ph type="pic" sz="quarter" idx="14"/>
          </p:nvPr>
        </p:nvSpPr>
        <p:spPr>
          <a:xfrm>
            <a:off x="20116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3"/>
          <p:cNvSpPr>
            <a:spLocks noGrp="1"/>
          </p:cNvSpPr>
          <p:nvPr>
            <p:ph type="pic" sz="quarter" idx="15"/>
          </p:nvPr>
        </p:nvSpPr>
        <p:spPr>
          <a:xfrm>
            <a:off x="33832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4"/>
          <p:cNvSpPr>
            <a:spLocks noGrp="1"/>
          </p:cNvSpPr>
          <p:nvPr>
            <p:ph type="pic" sz="quarter" idx="16"/>
          </p:nvPr>
        </p:nvSpPr>
        <p:spPr>
          <a:xfrm>
            <a:off x="47548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5"/>
          <p:cNvSpPr>
            <a:spLocks noGrp="1"/>
          </p:cNvSpPr>
          <p:nvPr>
            <p:ph type="pic" sz="quarter" idx="17"/>
          </p:nvPr>
        </p:nvSpPr>
        <p:spPr>
          <a:xfrm>
            <a:off x="6400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6"/>
          <p:cNvSpPr>
            <a:spLocks noGrp="1"/>
          </p:cNvSpPr>
          <p:nvPr>
            <p:ph type="pic" sz="quarter" idx="18"/>
          </p:nvPr>
        </p:nvSpPr>
        <p:spPr>
          <a:xfrm>
            <a:off x="20116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7"/>
          <p:cNvSpPr>
            <a:spLocks noGrp="1"/>
          </p:cNvSpPr>
          <p:nvPr>
            <p:ph type="pic" sz="quarter" idx="19"/>
          </p:nvPr>
        </p:nvSpPr>
        <p:spPr>
          <a:xfrm>
            <a:off x="33832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2" name="사진 8"/>
          <p:cNvSpPr>
            <a:spLocks noGrp="1"/>
          </p:cNvSpPr>
          <p:nvPr>
            <p:ph type="pic" sz="quarter" idx="20"/>
          </p:nvPr>
        </p:nvSpPr>
        <p:spPr>
          <a:xfrm>
            <a:off x="47548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옆 띠"/>
          <p:cNvSpPr/>
          <p:nvPr/>
        </p:nvSpPr>
        <p:spPr>
          <a:xfrm>
            <a:off x="11414455" y="0"/>
            <a:ext cx="777240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40080" y="1572768"/>
            <a:ext cx="1280159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1920239" y="1572768"/>
            <a:ext cx="8854136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dotGrid">
          <a:fgClr>
            <a:schemeClr val="bg1"/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11505895" y="914400"/>
            <a:ext cx="594359" cy="466344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000" b="0" spc="90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1414455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rgbClr val="1A1613"/>
                </a:solidFill>
              </a:defRPr>
            </a:lvl1pPr>
          </a:lstStyle>
          <a:p>
            <a:fld id="{1819C69C-878A-4CF4-BEC7-7C86FE589E5C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640080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옆 띠"/>
          <p:cNvSpPr/>
          <p:nvPr/>
        </p:nvSpPr>
        <p:spPr>
          <a:xfrm>
            <a:off x="11414455" y="0"/>
            <a:ext cx="777240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4" name="Diamond 3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5" name="Connector 4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6" name="Connector 5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7" name="Connector 6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8" name="Diamond 7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NEON  ·  FAMILY 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가족을 소개합니다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섬 가는 배를 기다리던 선착장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아이와 함께 · 날짜 입력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NEON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MEMBERS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구성원</a:t>
            </a:r>
          </a:p>
        </p:txBody>
      </p:sp>
      <p:sp>
        <p:nvSpPr>
          <p:cNvPr id="15" name="사진 바탕 1"/>
          <p:cNvSpPr/>
          <p:nvPr/>
        </p:nvSpPr>
        <p:spPr>
          <a:xfrm>
            <a:off x="868680" y="2057400"/>
            <a:ext cx="1870633" cy="1870633"/>
          </a:xfrm>
          <a:prstGeom prst="ellipse">
            <a:avLst/>
          </a:prstGeom>
          <a:solidFill>
            <a:schemeClr val="accent1">
              <a:lumMod val="25000"/>
              <a:lumOff val="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868680" y="2057400"/>
            <a:ext cx="1870633" cy="1870633"/>
          </a:xfrm>
          <a:prstGeom prst="ellipse">
            <a:avLst/>
          </a:prstGeom>
        </p:spPr>
      </p:sp>
      <p:sp>
        <p:nvSpPr>
          <p:cNvPr id="19" name="사진 바탕 2"/>
          <p:cNvSpPr/>
          <p:nvPr/>
        </p:nvSpPr>
        <p:spPr>
          <a:xfrm>
            <a:off x="3470833" y="2057400"/>
            <a:ext cx="1870633" cy="1870633"/>
          </a:xfrm>
          <a:prstGeom prst="ellipse">
            <a:avLst/>
          </a:prstGeom>
          <a:solidFill>
            <a:schemeClr val="accent1">
              <a:lumMod val="25000"/>
              <a:lumOff val="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3470833" y="2057400"/>
            <a:ext cx="1870633" cy="1870633"/>
          </a:xfrm>
          <a:prstGeom prst="ellipse">
            <a:avLst/>
          </a:prstGeom>
        </p:spPr>
      </p:sp>
      <p:sp>
        <p:nvSpPr>
          <p:cNvPr id="23" name="사진 바탕 3"/>
          <p:cNvSpPr/>
          <p:nvPr/>
        </p:nvSpPr>
        <p:spPr>
          <a:xfrm>
            <a:off x="6072987" y="2057400"/>
            <a:ext cx="1870633" cy="1870633"/>
          </a:xfrm>
          <a:prstGeom prst="ellipse">
            <a:avLst/>
          </a:prstGeom>
          <a:solidFill>
            <a:schemeClr val="accent1">
              <a:lumMod val="25000"/>
              <a:lumOff val="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6072987" y="2057400"/>
            <a:ext cx="1870633" cy="1870633"/>
          </a:xfrm>
          <a:prstGeom prst="ellipse">
            <a:avLst/>
          </a:prstGeom>
        </p:spPr>
      </p:sp>
      <p:sp>
        <p:nvSpPr>
          <p:cNvPr id="27" name="사진 바탕 4"/>
          <p:cNvSpPr/>
          <p:nvPr/>
        </p:nvSpPr>
        <p:spPr>
          <a:xfrm>
            <a:off x="8675141" y="2057400"/>
            <a:ext cx="1870633" cy="1870633"/>
          </a:xfrm>
          <a:prstGeom prst="ellipse">
            <a:avLst/>
          </a:prstGeom>
          <a:solidFill>
            <a:schemeClr val="accent1">
              <a:lumMod val="25000"/>
              <a:lumOff val="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8675141" y="2057400"/>
            <a:ext cx="1870633" cy="1870633"/>
          </a:xfrm>
          <a:prstGeom prst="ellipse">
            <a:avLst/>
          </a:prstGeom>
        </p:spPr>
      </p:sp>
      <p:sp>
        <p:nvSpPr>
          <p:cNvPr id="13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DF23D-7B76-4BB1-968F-BDEB1510CAC7}" type="slidenum">
              <a:rPr lang="en-US"/>
              <a:t>‹#›</a:t>
            </a:fld>
            <a:endParaRPr lang="en-US"/>
          </a:p>
        </p:txBody>
      </p:sp>
      <p:sp>
        <p:nvSpPr>
          <p:cNvPr id="14" name="아빠 카드"/>
          <p:cNvSpPr/>
          <p:nvPr/>
        </p:nvSpPr>
        <p:spPr>
          <a:xfrm>
            <a:off x="640080" y="1828800"/>
            <a:ext cx="2327833" cy="3973753"/>
          </a:xfrm>
          <a:prstGeom prst="snip2DiagRect">
            <a:avLst>
              <a:gd name="adj1" fmla="val 11000"/>
              <a:gd name="adj2" fmla="val 0"/>
            </a:avLst>
          </a:prstGeom>
          <a:solidFill>
            <a:schemeClr val="bg1"/>
          </a:solidFill>
          <a:ln w="9525">
            <a:solidFill>
              <a:schemeClr val="accent5">
                <a:alpha val="85000"/>
              </a:schemeClr>
            </a:solidFill>
          </a:ln>
          <a:effectLst>
            <a:outerShdw blurRad="76200" dist="19050" dir="5400000" algn="t" rotWithShape="0">
              <a:srgbClr val="000000">
                <a:alpha val="2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6" name="아빠 이름"/>
          <p:cNvSpPr txBox="1"/>
          <p:nvPr/>
        </p:nvSpPr>
        <p:spPr>
          <a:xfrm>
            <a:off x="640080" y="4019473"/>
            <a:ext cx="2327833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아빠</a:t>
            </a:r>
          </a:p>
        </p:txBody>
      </p:sp>
      <p:sp>
        <p:nvSpPr>
          <p:cNvPr id="17" name="아빠 소개"/>
          <p:cNvSpPr txBox="1"/>
          <p:nvPr/>
        </p:nvSpPr>
        <p:spPr>
          <a:xfrm>
            <a:off x="731519" y="4476673"/>
            <a:ext cx="2144953" cy="1234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나의 한마디</a:t>
            </a:r>
          </a:p>
        </p:txBody>
      </p:sp>
      <p:sp>
        <p:nvSpPr>
          <p:cNvPr id="18" name="엄마 카드"/>
          <p:cNvSpPr/>
          <p:nvPr/>
        </p:nvSpPr>
        <p:spPr>
          <a:xfrm>
            <a:off x="3242233" y="1828800"/>
            <a:ext cx="2327833" cy="3973753"/>
          </a:xfrm>
          <a:prstGeom prst="snip2DiagRect">
            <a:avLst>
              <a:gd name="adj1" fmla="val 11000"/>
              <a:gd name="adj2" fmla="val 0"/>
            </a:avLst>
          </a:prstGeom>
          <a:solidFill>
            <a:schemeClr val="bg1"/>
          </a:solidFill>
          <a:ln w="9525">
            <a:solidFill>
              <a:schemeClr val="accent5">
                <a:alpha val="85000"/>
              </a:schemeClr>
            </a:solidFill>
          </a:ln>
          <a:effectLst>
            <a:outerShdw blurRad="76200" dist="19050" dir="5400000" algn="t" rotWithShape="0">
              <a:srgbClr val="000000">
                <a:alpha val="2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0" name="엄마 이름"/>
          <p:cNvSpPr txBox="1"/>
          <p:nvPr/>
        </p:nvSpPr>
        <p:spPr>
          <a:xfrm>
            <a:off x="3242233" y="4019473"/>
            <a:ext cx="2327833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엄마</a:t>
            </a:r>
          </a:p>
        </p:txBody>
      </p:sp>
      <p:sp>
        <p:nvSpPr>
          <p:cNvPr id="21" name="엄마 소개"/>
          <p:cNvSpPr txBox="1"/>
          <p:nvPr/>
        </p:nvSpPr>
        <p:spPr>
          <a:xfrm>
            <a:off x="3333673" y="4476673"/>
            <a:ext cx="2144953" cy="1234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나의 한마디</a:t>
            </a:r>
          </a:p>
        </p:txBody>
      </p:sp>
      <p:sp>
        <p:nvSpPr>
          <p:cNvPr id="22" name="첫째 카드"/>
          <p:cNvSpPr/>
          <p:nvPr/>
        </p:nvSpPr>
        <p:spPr>
          <a:xfrm>
            <a:off x="5844387" y="1828800"/>
            <a:ext cx="2327833" cy="3973753"/>
          </a:xfrm>
          <a:prstGeom prst="snip2DiagRect">
            <a:avLst>
              <a:gd name="adj1" fmla="val 11000"/>
              <a:gd name="adj2" fmla="val 0"/>
            </a:avLst>
          </a:prstGeom>
          <a:solidFill>
            <a:schemeClr val="bg1"/>
          </a:solidFill>
          <a:ln w="9525">
            <a:solidFill>
              <a:schemeClr val="accent5">
                <a:alpha val="85000"/>
              </a:schemeClr>
            </a:solidFill>
          </a:ln>
          <a:effectLst>
            <a:outerShdw blurRad="76200" dist="19050" dir="5400000" algn="t" rotWithShape="0">
              <a:srgbClr val="000000">
                <a:alpha val="2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4" name="첫째 이름"/>
          <p:cNvSpPr txBox="1"/>
          <p:nvPr/>
        </p:nvSpPr>
        <p:spPr>
          <a:xfrm>
            <a:off x="5844387" y="4019473"/>
            <a:ext cx="2327833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첫째</a:t>
            </a:r>
          </a:p>
        </p:txBody>
      </p:sp>
      <p:sp>
        <p:nvSpPr>
          <p:cNvPr id="25" name="첫째 소개"/>
          <p:cNvSpPr txBox="1"/>
          <p:nvPr/>
        </p:nvSpPr>
        <p:spPr>
          <a:xfrm>
            <a:off x="5935827" y="4476673"/>
            <a:ext cx="2144953" cy="1234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좋아하는 것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자라서 되고 싶은 것</a:t>
            </a:r>
          </a:p>
        </p:txBody>
      </p:sp>
      <p:sp>
        <p:nvSpPr>
          <p:cNvPr id="26" name="둘째 카드"/>
          <p:cNvSpPr/>
          <p:nvPr/>
        </p:nvSpPr>
        <p:spPr>
          <a:xfrm>
            <a:off x="8446541" y="1828800"/>
            <a:ext cx="2327833" cy="3973753"/>
          </a:xfrm>
          <a:prstGeom prst="snip2DiagRect">
            <a:avLst>
              <a:gd name="adj1" fmla="val 11000"/>
              <a:gd name="adj2" fmla="val 0"/>
            </a:avLst>
          </a:prstGeom>
          <a:solidFill>
            <a:schemeClr val="bg1"/>
          </a:solidFill>
          <a:ln w="9525">
            <a:solidFill>
              <a:schemeClr val="accent5">
                <a:alpha val="85000"/>
              </a:schemeClr>
            </a:solidFill>
          </a:ln>
          <a:effectLst>
            <a:outerShdw blurRad="76200" dist="19050" dir="5400000" algn="t" rotWithShape="0">
              <a:srgbClr val="000000">
                <a:alpha val="2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8" name="둘째 이름"/>
          <p:cNvSpPr txBox="1"/>
          <p:nvPr/>
        </p:nvSpPr>
        <p:spPr>
          <a:xfrm>
            <a:off x="8446541" y="4019473"/>
            <a:ext cx="2327833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둘째</a:t>
            </a:r>
          </a:p>
        </p:txBody>
      </p:sp>
      <p:sp>
        <p:nvSpPr>
          <p:cNvPr id="29" name="둘째 소개"/>
          <p:cNvSpPr txBox="1"/>
          <p:nvPr/>
        </p:nvSpPr>
        <p:spPr>
          <a:xfrm>
            <a:off x="8537981" y="4476673"/>
            <a:ext cx="2144953" cy="1234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좋아하는 것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자라서 되고 싶은 것</a:t>
            </a:r>
          </a:p>
        </p:txBody>
      </p:sp>
    </p:spTree>
  </p:cSld>
  <p:clrMapOvr>
    <a:masterClrMapping/>
  </p:clrMapOvr>
  <p:transition spd="med">
    <p:push dir="u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NEON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이야기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C3E6D-7C1A-4751-916F-D745F55456E0}" type="slidenum">
              <a:rPr lang="en-US"/>
              <a:t>‹#›</a:t>
            </a:fld>
            <a:endParaRPr lang="en-US"/>
          </a:p>
        </p:txBody>
      </p:sp>
      <p:cxnSp>
        <p:nvCxnSpPr>
          <p:cNvPr id="6" name="타임라인 선"/>
          <p:cNvCxnSpPr/>
          <p:nvPr/>
        </p:nvCxnSpPr>
        <p:spPr>
          <a:xfrm>
            <a:off x="640080" y="3493008"/>
            <a:ext cx="10134295" cy="0"/>
          </a:xfrm>
          <a:prstGeom prst="line">
            <a:avLst/>
          </a:prstGeom>
          <a:ln w="12700" cap="rnd">
            <a:solidFill>
              <a:schemeClr val="accent5"/>
            </a:solidFill>
          </a:ln>
        </p:spPr>
      </p:cxnSp>
      <p:grpSp>
        <p:nvGrpSpPr>
          <p:cNvPr id="7" name="때 1"/>
          <p:cNvGrpSpPr/>
          <p:nvPr/>
        </p:nvGrpSpPr>
        <p:grpSpPr>
          <a:xfrm>
            <a:off x="685799" y="2651760"/>
            <a:ext cx="2442133" cy="3383280"/>
            <a:chOff x="685799" y="2651760"/>
            <a:chExt cx="2442133" cy="3383280"/>
          </a:xfrm>
        </p:grpSpPr>
        <p:sp>
          <p:nvSpPr>
            <p:cNvPr id="8" name="점"/>
            <p:cNvSpPr/>
            <p:nvPr/>
          </p:nvSpPr>
          <p:spPr>
            <a:xfrm>
              <a:off x="1705698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때"/>
            <p:cNvSpPr txBox="1"/>
            <p:nvPr/>
          </p:nvSpPr>
          <p:spPr>
            <a:xfrm>
              <a:off x="685799" y="2651760"/>
              <a:ext cx="244213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가족이 된 날</a:t>
              </a:r>
            </a:p>
          </p:txBody>
        </p:sp>
        <p:sp>
          <p:nvSpPr>
            <p:cNvPr id="10" name="제목"/>
            <p:cNvSpPr txBox="1"/>
            <p:nvPr/>
          </p:nvSpPr>
          <p:spPr>
            <a:xfrm>
              <a:off x="731519" y="3886200"/>
              <a:ext cx="235069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우리의 시작</a:t>
              </a:r>
            </a:p>
          </p:txBody>
        </p:sp>
        <p:sp>
          <p:nvSpPr>
            <p:cNvPr id="11" name="내용"/>
            <p:cNvSpPr txBox="1"/>
            <p:nvPr/>
          </p:nvSpPr>
          <p:spPr>
            <a:xfrm>
              <a:off x="731519" y="4389120"/>
              <a:ext cx="235069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처음 만난 날의 이야기</a:t>
              </a:r>
            </a:p>
          </p:txBody>
        </p:sp>
      </p:grpSp>
      <p:grpSp>
        <p:nvGrpSpPr>
          <p:cNvPr id="12" name="때 2"/>
          <p:cNvGrpSpPr/>
          <p:nvPr/>
        </p:nvGrpSpPr>
        <p:grpSpPr>
          <a:xfrm>
            <a:off x="3219373" y="2651760"/>
            <a:ext cx="2442133" cy="3383280"/>
            <a:chOff x="3219373" y="2651760"/>
            <a:chExt cx="2442133" cy="3383280"/>
          </a:xfrm>
        </p:grpSpPr>
        <p:sp>
          <p:nvSpPr>
            <p:cNvPr id="13" name="점"/>
            <p:cNvSpPr/>
            <p:nvPr/>
          </p:nvSpPr>
          <p:spPr>
            <a:xfrm>
              <a:off x="4239272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때"/>
            <p:cNvSpPr txBox="1"/>
            <p:nvPr/>
          </p:nvSpPr>
          <p:spPr>
            <a:xfrm>
              <a:off x="3219373" y="2651760"/>
              <a:ext cx="244213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아이가 태어난 날</a:t>
              </a:r>
            </a:p>
          </p:txBody>
        </p:sp>
        <p:sp>
          <p:nvSpPr>
            <p:cNvPr id="15" name="제목"/>
            <p:cNvSpPr txBox="1"/>
            <p:nvPr/>
          </p:nvSpPr>
          <p:spPr>
            <a:xfrm>
              <a:off x="3265093" y="3886200"/>
              <a:ext cx="235069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새 식구</a:t>
              </a:r>
            </a:p>
          </p:txBody>
        </p:sp>
        <p:sp>
          <p:nvSpPr>
            <p:cNvPr id="16" name="내용"/>
            <p:cNvSpPr txBox="1"/>
            <p:nvPr/>
          </p:nvSpPr>
          <p:spPr>
            <a:xfrm>
              <a:off x="3265093" y="4389120"/>
              <a:ext cx="235069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그날의 기억을 적어요</a:t>
              </a:r>
            </a:p>
          </p:txBody>
        </p:sp>
      </p:grpSp>
      <p:grpSp>
        <p:nvGrpSpPr>
          <p:cNvPr id="17" name="때 3"/>
          <p:cNvGrpSpPr/>
          <p:nvPr/>
        </p:nvGrpSpPr>
        <p:grpSpPr>
          <a:xfrm>
            <a:off x="5752947" y="2651760"/>
            <a:ext cx="2442133" cy="3383280"/>
            <a:chOff x="5752947" y="2651760"/>
            <a:chExt cx="2442133" cy="3383280"/>
          </a:xfrm>
        </p:grpSpPr>
        <p:sp>
          <p:nvSpPr>
            <p:cNvPr id="18" name="점"/>
            <p:cNvSpPr/>
            <p:nvPr/>
          </p:nvSpPr>
          <p:spPr>
            <a:xfrm>
              <a:off x="6772846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때"/>
            <p:cNvSpPr txBox="1"/>
            <p:nvPr/>
          </p:nvSpPr>
          <p:spPr>
            <a:xfrm>
              <a:off x="5752947" y="2651760"/>
              <a:ext cx="244213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가족 여행</a:t>
              </a:r>
            </a:p>
          </p:txBody>
        </p:sp>
        <p:sp>
          <p:nvSpPr>
            <p:cNvPr id="20" name="제목"/>
            <p:cNvSpPr txBox="1"/>
            <p:nvPr/>
          </p:nvSpPr>
          <p:spPr>
            <a:xfrm>
              <a:off x="5798667" y="3886200"/>
              <a:ext cx="235069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함께 떠난 길</a:t>
              </a:r>
            </a:p>
          </p:txBody>
        </p:sp>
        <p:sp>
          <p:nvSpPr>
            <p:cNvPr id="21" name="내용"/>
            <p:cNvSpPr txBox="1"/>
            <p:nvPr/>
          </p:nvSpPr>
          <p:spPr>
            <a:xfrm>
              <a:off x="5798667" y="4389120"/>
              <a:ext cx="235069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가장 웃었던 순간</a:t>
              </a:r>
            </a:p>
          </p:txBody>
        </p:sp>
      </p:grpSp>
      <p:grpSp>
        <p:nvGrpSpPr>
          <p:cNvPr id="22" name="때 4"/>
          <p:cNvGrpSpPr/>
          <p:nvPr/>
        </p:nvGrpSpPr>
        <p:grpSpPr>
          <a:xfrm>
            <a:off x="8286521" y="2651760"/>
            <a:ext cx="2442133" cy="3383280"/>
            <a:chOff x="8286521" y="2651760"/>
            <a:chExt cx="2442133" cy="3383280"/>
          </a:xfrm>
        </p:grpSpPr>
        <p:sp>
          <p:nvSpPr>
            <p:cNvPr id="23" name="점"/>
            <p:cNvSpPr/>
            <p:nvPr/>
          </p:nvSpPr>
          <p:spPr>
            <a:xfrm>
              <a:off x="9306420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때"/>
            <p:cNvSpPr txBox="1"/>
            <p:nvPr/>
          </p:nvSpPr>
          <p:spPr>
            <a:xfrm>
              <a:off x="8286521" y="2651760"/>
              <a:ext cx="244213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지금</a:t>
              </a:r>
            </a:p>
          </p:txBody>
        </p:sp>
        <p:sp>
          <p:nvSpPr>
            <p:cNvPr id="25" name="제목"/>
            <p:cNvSpPr txBox="1"/>
            <p:nvPr/>
          </p:nvSpPr>
          <p:spPr>
            <a:xfrm>
              <a:off x="8332241" y="3886200"/>
              <a:ext cx="235069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오늘의 우리</a:t>
              </a:r>
            </a:p>
          </p:txBody>
        </p:sp>
        <p:sp>
          <p:nvSpPr>
            <p:cNvPr id="26" name="내용"/>
            <p:cNvSpPr txBox="1"/>
            <p:nvPr/>
          </p:nvSpPr>
          <p:spPr>
            <a:xfrm>
              <a:off x="8332241" y="4389120"/>
              <a:ext cx="235069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요즘 우리 이야기</a:t>
              </a:r>
            </a:p>
          </p:txBody>
        </p:sp>
      </p:grp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NEON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PROMISE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가족의 약속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99452-C113-4CF9-B4B9-8483B77A77BB}" type="slidenum">
              <a:rPr lang="en-US"/>
              <a:t>‹#›</a:t>
            </a:fld>
            <a:endParaRPr lang="en-US"/>
          </a:p>
        </p:txBody>
      </p:sp>
      <p:grpSp>
        <p:nvGrpSpPr>
          <p:cNvPr id="6" name="줄 1"/>
          <p:cNvGrpSpPr/>
          <p:nvPr/>
        </p:nvGrpSpPr>
        <p:grpSpPr>
          <a:xfrm>
            <a:off x="640080" y="1828800"/>
            <a:ext cx="10134295" cy="1005840"/>
            <a:chOff x="640080" y="1828800"/>
            <a:chExt cx="10134295" cy="1005840"/>
          </a:xfrm>
        </p:grpSpPr>
        <p:sp>
          <p:nvSpPr>
            <p:cNvPr id="7" name="줄 바탕"/>
            <p:cNvSpPr/>
            <p:nvPr/>
          </p:nvSpPr>
          <p:spPr>
            <a:xfrm>
              <a:off x="640080" y="1828800"/>
              <a:ext cx="10134295" cy="100584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914400" y="210312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1</a:t>
              </a:r>
            </a:p>
          </p:txBody>
        </p:sp>
        <p:sp>
          <p:nvSpPr>
            <p:cNvPr id="9" name="줄 제목"/>
            <p:cNvSpPr txBox="1"/>
            <p:nvPr/>
          </p:nvSpPr>
          <p:spPr>
            <a:xfrm>
              <a:off x="1645920" y="1874519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1</a:t>
              </a:r>
            </a:p>
          </p:txBody>
        </p:sp>
        <p:cxnSp>
          <p:nvCxnSpPr>
            <p:cNvPr id="10" name="구분선"/>
            <p:cNvCxnSpPr/>
            <p:nvPr/>
          </p:nvCxnSpPr>
          <p:spPr>
            <a:xfrm>
              <a:off x="4480560" y="1993392"/>
              <a:ext cx="0" cy="67665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1" name="줄 내용"/>
            <p:cNvSpPr txBox="1"/>
            <p:nvPr/>
          </p:nvSpPr>
          <p:spPr>
            <a:xfrm>
              <a:off x="4663440" y="1874519"/>
              <a:ext cx="583661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밥은 꼭 함께 먹기</a:t>
              </a:r>
            </a:p>
          </p:txBody>
        </p:sp>
      </p:grpSp>
      <p:grpSp>
        <p:nvGrpSpPr>
          <p:cNvPr id="12" name="줄 2"/>
          <p:cNvGrpSpPr/>
          <p:nvPr/>
        </p:nvGrpSpPr>
        <p:grpSpPr>
          <a:xfrm>
            <a:off x="640080" y="2971800"/>
            <a:ext cx="10134295" cy="1005840"/>
            <a:chOff x="640080" y="2971800"/>
            <a:chExt cx="10134295" cy="1005840"/>
          </a:xfrm>
        </p:grpSpPr>
        <p:sp>
          <p:nvSpPr>
            <p:cNvPr id="13" name="줄 바탕"/>
            <p:cNvSpPr/>
            <p:nvPr/>
          </p:nvSpPr>
          <p:spPr>
            <a:xfrm>
              <a:off x="640080" y="2971800"/>
              <a:ext cx="10134295" cy="100584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번호 2"/>
            <p:cNvSpPr/>
            <p:nvPr/>
          </p:nvSpPr>
          <p:spPr>
            <a:xfrm>
              <a:off x="914400" y="324612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2</a:t>
              </a:r>
            </a:p>
          </p:txBody>
        </p:sp>
        <p:sp>
          <p:nvSpPr>
            <p:cNvPr id="15" name="줄 제목"/>
            <p:cNvSpPr txBox="1"/>
            <p:nvPr/>
          </p:nvSpPr>
          <p:spPr>
            <a:xfrm>
              <a:off x="1645920" y="3017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2</a:t>
              </a:r>
            </a:p>
          </p:txBody>
        </p:sp>
        <p:cxnSp>
          <p:nvCxnSpPr>
            <p:cNvPr id="16" name="구분선"/>
            <p:cNvCxnSpPr/>
            <p:nvPr/>
          </p:nvCxnSpPr>
          <p:spPr>
            <a:xfrm>
              <a:off x="4480560" y="3136392"/>
              <a:ext cx="0" cy="67665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7" name="줄 내용"/>
            <p:cNvSpPr txBox="1"/>
            <p:nvPr/>
          </p:nvSpPr>
          <p:spPr>
            <a:xfrm>
              <a:off x="4663440" y="3017520"/>
              <a:ext cx="583661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잠들기 전에 사랑한다고 말하기</a:t>
              </a:r>
            </a:p>
          </p:txBody>
        </p:sp>
      </p:grpSp>
      <p:grpSp>
        <p:nvGrpSpPr>
          <p:cNvPr id="18" name="줄 3"/>
          <p:cNvGrpSpPr/>
          <p:nvPr/>
        </p:nvGrpSpPr>
        <p:grpSpPr>
          <a:xfrm>
            <a:off x="640080" y="4114800"/>
            <a:ext cx="10134295" cy="1005840"/>
            <a:chOff x="640080" y="4114800"/>
            <a:chExt cx="10134295" cy="1005840"/>
          </a:xfrm>
        </p:grpSpPr>
        <p:sp>
          <p:nvSpPr>
            <p:cNvPr id="19" name="줄 바탕"/>
            <p:cNvSpPr/>
            <p:nvPr/>
          </p:nvSpPr>
          <p:spPr>
            <a:xfrm>
              <a:off x="640080" y="4114800"/>
              <a:ext cx="10134295" cy="100584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번호 3"/>
            <p:cNvSpPr/>
            <p:nvPr/>
          </p:nvSpPr>
          <p:spPr>
            <a:xfrm>
              <a:off x="914400" y="438912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3</a:t>
              </a:r>
            </a:p>
          </p:txBody>
        </p:sp>
        <p:sp>
          <p:nvSpPr>
            <p:cNvPr id="21" name="줄 제목"/>
            <p:cNvSpPr txBox="1"/>
            <p:nvPr/>
          </p:nvSpPr>
          <p:spPr>
            <a:xfrm>
              <a:off x="1645920" y="4160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3</a:t>
              </a:r>
            </a:p>
          </p:txBody>
        </p:sp>
        <p:cxnSp>
          <p:nvCxnSpPr>
            <p:cNvPr id="22" name="구분선"/>
            <p:cNvCxnSpPr/>
            <p:nvPr/>
          </p:nvCxnSpPr>
          <p:spPr>
            <a:xfrm>
              <a:off x="4480560" y="4279392"/>
              <a:ext cx="0" cy="67665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3" name="줄 내용"/>
            <p:cNvSpPr txBox="1"/>
            <p:nvPr/>
          </p:nvSpPr>
          <p:spPr>
            <a:xfrm>
              <a:off x="4663440" y="4160520"/>
              <a:ext cx="583661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주말에는 함께 산책하기</a:t>
              </a:r>
            </a:p>
          </p:txBody>
        </p:sp>
      </p:grp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NEON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ALBUM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사진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640080" y="1828800"/>
            <a:ext cx="324398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1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640080" y="1828800"/>
            <a:ext cx="324398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2"/>
          <p:cNvSpPr/>
          <p:nvPr/>
        </p:nvSpPr>
        <p:spPr>
          <a:xfrm>
            <a:off x="4085234" y="1828800"/>
            <a:ext cx="324398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2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085234" y="1828800"/>
            <a:ext cx="324398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6" name="사진 바탕 3"/>
          <p:cNvSpPr/>
          <p:nvPr/>
        </p:nvSpPr>
        <p:spPr>
          <a:xfrm>
            <a:off x="7530388" y="1828800"/>
            <a:ext cx="324398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3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7530388" y="1828800"/>
            <a:ext cx="324398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7" name="사진 바탕 4"/>
          <p:cNvSpPr/>
          <p:nvPr/>
        </p:nvSpPr>
        <p:spPr>
          <a:xfrm>
            <a:off x="640080" y="4101084"/>
            <a:ext cx="324398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4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640080" y="4101084"/>
            <a:ext cx="324398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5"/>
          <p:cNvSpPr/>
          <p:nvPr/>
        </p:nvSpPr>
        <p:spPr>
          <a:xfrm>
            <a:off x="4085234" y="4101084"/>
            <a:ext cx="324398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5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085234" y="4101084"/>
            <a:ext cx="324398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9" name="사진 바탕 6"/>
          <p:cNvSpPr/>
          <p:nvPr/>
        </p:nvSpPr>
        <p:spPr>
          <a:xfrm>
            <a:off x="7530388" y="4101084"/>
            <a:ext cx="324398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6</a:t>
            </a:r>
          </a:p>
        </p:txBody>
      </p:sp>
      <p:sp>
        <p:nvSpPr>
          <p:cNvPr id="10" name="Picture Placeholder 9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7530388" y="4101084"/>
            <a:ext cx="324398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3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D01E6-3827-4904-A520-8F7F0C2CB87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u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NEON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가족에게 한마디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2C0F5-7DB1-4408-AADD-0FFEDC43781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u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NEON  ·  FAMILY 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소개를 마칩니다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읽어 주셔서 고맙습니다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고맙습니다 · 가족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아이와 함께 가족 소개">
  <a:themeElements>
    <a:clrScheme name="아이와 함께 가족 소개">
      <a:dk1>
        <a:srgbClr val="F4FEFC"/>
      </a:dk1>
      <a:lt1>
        <a:srgbClr val="0F1C31"/>
      </a:lt1>
      <a:dk2>
        <a:srgbClr val="D6FBF6"/>
      </a:dk2>
      <a:lt2>
        <a:srgbClr val="0A1220"/>
      </a:lt2>
      <a:accent1>
        <a:srgbClr val="34E1D0"/>
      </a:accent1>
      <a:accent2>
        <a:srgbClr val="7A6CFF"/>
      </a:accent2>
      <a:accent3>
        <a:srgbClr val="060B14"/>
      </a:accent3>
      <a:accent4>
        <a:srgbClr val="162847"/>
      </a:accent4>
      <a:accent5>
        <a:srgbClr val="8FEFE6"/>
      </a:accent5>
      <a:accent6>
        <a:srgbClr val="5851BC"/>
      </a:accent6>
      <a:hlink>
        <a:srgbClr val="D6FBF6"/>
      </a:hlink>
      <a:folHlink>
        <a:srgbClr val="060B14"/>
      </a:folHlink>
    </a:clrScheme>
    <a:fontScheme name="아이와 함께 가족 소개">
      <a:majorFont>
        <a:latin typeface="Century Gothic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아이와 함께 가족 소개</dc:title>
  <dc:subject>아이와 함께 가족 소개 슬라이드</dc:subject>
  <dc:creator>반딧불이의 곳간</dc:creator>
  <cp:keywords>가족,소개,PPT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