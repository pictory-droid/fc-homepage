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29A9FB3-F87A-40C6-8CD9-D8AB95660C7D}">
          <p14:sldIdLst>
            <p14:sldId id="256"/>
          </p14:sldIdLst>
        </p14:section>
        <p14:section name="본문" id="{17557949-DC4F-42D7-B4B1-B7C7DDD1FFD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6295767-5F53-4439-9FBE-BEDCDC10537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AD7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9B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D9093EE-A057-4174-87B9-8438CE7DA24A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41C07DF-D4A9-44BC-B2D1-F66BF32241E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CB7AF76-5FCF-447D-93D0-4B5A17D42AF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어버이날 꽃 옆에서 한 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D244-6285-48A7-B485-F9C5605B311F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339333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4399178" y="1828800"/>
            <a:ext cx="339333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2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3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윗선"/>
          <p:cNvSpPr/>
          <p:nvPr/>
        </p:nvSpPr>
        <p:spPr>
          <a:xfrm>
            <a:off x="8066836" y="1828800"/>
            <a:ext cx="339333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7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931F-FE93-495F-80C6-ACAFD5F5E6D9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47A90-9EFF-4E82-9560-6BBB3CDE685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45C0-E4DD-4143-9C75-C683F4A6B6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6E28-1131-465D-A496-45439255FB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464837"/>
      </a:dk1>
      <a:lt1>
        <a:srgbClr val="FDFCF9"/>
      </a:lt1>
      <a:dk2>
        <a:srgbClr val="3A3D20"/>
      </a:dk2>
      <a:lt2>
        <a:srgbClr val="F7F5EB"/>
      </a:lt2>
      <a:accent1>
        <a:srgbClr val="868C58"/>
      </a:accent1>
      <a:accent2>
        <a:srgbClr val="C1AA6A"/>
      </a:accent2>
      <a:accent3>
        <a:srgbClr val="575947"/>
      </a:accent3>
      <a:accent4>
        <a:srgbClr val="E0E0CE"/>
      </a:accent4>
      <a:accent5>
        <a:srgbClr val="C4AC70"/>
      </a:accent5>
      <a:accent6>
        <a:srgbClr val="D9CCA4"/>
      </a:accent6>
      <a:hlink>
        <a:srgbClr val="3A3D20"/>
      </a:hlink>
      <a:folHlink>
        <a:srgbClr val="575947"/>
      </a:folHlink>
    </a:clrScheme>
    <a:fontScheme name="반려동물과 함께 가족 소개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