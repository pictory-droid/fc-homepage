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3E34FE4F-D3C0-4046-AB4B-A59BCF465AFF}">
          <p14:sldIdLst>
            <p14:sldId id="256"/>
          </p14:sldIdLst>
        </p14:section>
        <p14:section name="본문" id="{933C0739-D0D4-4159-B59A-52101E7DD0F6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53FADB0C-60EC-46C4-9897-53525FC2895B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자리의 아이콘을 눌러 가족 사진을 넣으세요. 이름·소개 글은 눌러서 고칩니다.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때·제목·내용을 고치세요. 단계는 복사해서 늘릴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가족끼리 정한 약속을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가족에게 전하고 싶은 한마디를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pattFill prst="dotGrid">
          <a:fgClr>
            <a:schemeClr val="tx2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828754" y="1188720"/>
            <a:ext cx="8534186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1828754" y="1572768"/>
            <a:ext cx="8534186" cy="14173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828754" y="3063240"/>
            <a:ext cx="8534186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DADAD7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2438339" y="3749040"/>
            <a:ext cx="7315017" cy="54864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B8B9B2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grpSp>
        <p:nvGrpSpPr>
          <p:cNvPr id="2" name="마름모 띠"/>
          <p:cNvGrpSpPr/>
          <p:nvPr/>
        </p:nvGrpSpPr>
        <p:grpSpPr>
          <a:xfrm>
            <a:off x="-283464" y="6007608"/>
            <a:ext cx="13322808" cy="850392"/>
            <a:chOff x="-283464" y="6007608"/>
            <a:chExt cx="13322808" cy="850392"/>
          </a:xfrm>
        </p:grpSpPr>
        <p:sp>
          <p:nvSpPr>
            <p:cNvPr id="3" name="Diamond 2"/>
            <p:cNvSpPr/>
            <p:nvPr/>
          </p:nvSpPr>
          <p:spPr>
            <a:xfrm>
              <a:off x="0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" name="Diamond 3"/>
            <p:cNvSpPr/>
            <p:nvPr/>
          </p:nvSpPr>
          <p:spPr>
            <a:xfrm>
              <a:off x="566928" y="6007608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Diamond 4"/>
            <p:cNvSpPr/>
            <p:nvPr/>
          </p:nvSpPr>
          <p:spPr>
            <a:xfrm>
              <a:off x="1133856" y="6007608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Diamond 5"/>
            <p:cNvSpPr/>
            <p:nvPr/>
          </p:nvSpPr>
          <p:spPr>
            <a:xfrm>
              <a:off x="1700784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Diamond 6"/>
            <p:cNvSpPr/>
            <p:nvPr/>
          </p:nvSpPr>
          <p:spPr>
            <a:xfrm>
              <a:off x="2267712" y="6007608"/>
              <a:ext cx="566928" cy="566928"/>
            </a:xfrm>
            <a:prstGeom prst="diamond">
              <a:avLst/>
            </a:prstGeom>
            <a:solidFill>
              <a:schemeClr val="tx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Diamond 7"/>
            <p:cNvSpPr/>
            <p:nvPr/>
          </p:nvSpPr>
          <p:spPr>
            <a:xfrm>
              <a:off x="2834640" y="6007608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Diamond 8"/>
            <p:cNvSpPr/>
            <p:nvPr/>
          </p:nvSpPr>
          <p:spPr>
            <a:xfrm>
              <a:off x="3401568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Diamond 9"/>
            <p:cNvSpPr/>
            <p:nvPr/>
          </p:nvSpPr>
          <p:spPr>
            <a:xfrm>
              <a:off x="3968496" y="6007608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Diamond 10"/>
            <p:cNvSpPr/>
            <p:nvPr/>
          </p:nvSpPr>
          <p:spPr>
            <a:xfrm>
              <a:off x="4535424" y="6007608"/>
              <a:ext cx="566928" cy="566928"/>
            </a:xfrm>
            <a:prstGeom prst="diamond">
              <a:avLst/>
            </a:prstGeom>
            <a:solidFill>
              <a:schemeClr val="tx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Diamond 11"/>
            <p:cNvSpPr/>
            <p:nvPr/>
          </p:nvSpPr>
          <p:spPr>
            <a:xfrm>
              <a:off x="5102352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Diamond 12"/>
            <p:cNvSpPr/>
            <p:nvPr/>
          </p:nvSpPr>
          <p:spPr>
            <a:xfrm>
              <a:off x="5669280" y="6007608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Diamond 13"/>
            <p:cNvSpPr/>
            <p:nvPr/>
          </p:nvSpPr>
          <p:spPr>
            <a:xfrm>
              <a:off x="6236208" y="6007608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Diamond 14"/>
            <p:cNvSpPr/>
            <p:nvPr/>
          </p:nvSpPr>
          <p:spPr>
            <a:xfrm>
              <a:off x="6803136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Diamond 15"/>
            <p:cNvSpPr/>
            <p:nvPr/>
          </p:nvSpPr>
          <p:spPr>
            <a:xfrm>
              <a:off x="7370064" y="6007608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Diamond 16"/>
            <p:cNvSpPr/>
            <p:nvPr/>
          </p:nvSpPr>
          <p:spPr>
            <a:xfrm>
              <a:off x="7936992" y="6007608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Diamond 17"/>
            <p:cNvSpPr/>
            <p:nvPr/>
          </p:nvSpPr>
          <p:spPr>
            <a:xfrm>
              <a:off x="8503920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Diamond 18"/>
            <p:cNvSpPr/>
            <p:nvPr/>
          </p:nvSpPr>
          <p:spPr>
            <a:xfrm>
              <a:off x="9070848" y="6007608"/>
              <a:ext cx="566928" cy="566928"/>
            </a:xfrm>
            <a:prstGeom prst="diamond">
              <a:avLst/>
            </a:prstGeom>
            <a:solidFill>
              <a:schemeClr val="tx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Diamond 19"/>
            <p:cNvSpPr/>
            <p:nvPr/>
          </p:nvSpPr>
          <p:spPr>
            <a:xfrm>
              <a:off x="9637776" y="6007608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Diamond 20"/>
            <p:cNvSpPr/>
            <p:nvPr/>
          </p:nvSpPr>
          <p:spPr>
            <a:xfrm>
              <a:off x="10204704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Diamond 21"/>
            <p:cNvSpPr/>
            <p:nvPr/>
          </p:nvSpPr>
          <p:spPr>
            <a:xfrm>
              <a:off x="10771632" y="6007608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Diamond 22"/>
            <p:cNvSpPr/>
            <p:nvPr/>
          </p:nvSpPr>
          <p:spPr>
            <a:xfrm>
              <a:off x="11338560" y="6007608"/>
              <a:ext cx="566928" cy="566928"/>
            </a:xfrm>
            <a:prstGeom prst="diamond">
              <a:avLst/>
            </a:prstGeom>
            <a:solidFill>
              <a:schemeClr val="tx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Diamond 23"/>
            <p:cNvSpPr/>
            <p:nvPr/>
          </p:nvSpPr>
          <p:spPr>
            <a:xfrm>
              <a:off x="11905488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Diamond 24"/>
            <p:cNvSpPr/>
            <p:nvPr/>
          </p:nvSpPr>
          <p:spPr>
            <a:xfrm>
              <a:off x="12472416" y="6007608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Diamond 25"/>
            <p:cNvSpPr/>
            <p:nvPr/>
          </p:nvSpPr>
          <p:spPr>
            <a:xfrm>
              <a:off x="-283464" y="6291072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Diamond 26"/>
            <p:cNvSpPr/>
            <p:nvPr/>
          </p:nvSpPr>
          <p:spPr>
            <a:xfrm>
              <a:off x="283464" y="6291072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Diamond 27"/>
            <p:cNvSpPr/>
            <p:nvPr/>
          </p:nvSpPr>
          <p:spPr>
            <a:xfrm>
              <a:off x="850392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Diamond 28"/>
            <p:cNvSpPr/>
            <p:nvPr/>
          </p:nvSpPr>
          <p:spPr>
            <a:xfrm>
              <a:off x="1417319" y="6291072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Diamond 29"/>
            <p:cNvSpPr/>
            <p:nvPr/>
          </p:nvSpPr>
          <p:spPr>
            <a:xfrm>
              <a:off x="1984248" y="6291072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Diamond 30"/>
            <p:cNvSpPr/>
            <p:nvPr/>
          </p:nvSpPr>
          <p:spPr>
            <a:xfrm>
              <a:off x="2551176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Diamond 31"/>
            <p:cNvSpPr/>
            <p:nvPr/>
          </p:nvSpPr>
          <p:spPr>
            <a:xfrm>
              <a:off x="3118103" y="6291072"/>
              <a:ext cx="566928" cy="566928"/>
            </a:xfrm>
            <a:prstGeom prst="diamond">
              <a:avLst/>
            </a:prstGeom>
            <a:solidFill>
              <a:schemeClr val="tx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Diamond 32"/>
            <p:cNvSpPr/>
            <p:nvPr/>
          </p:nvSpPr>
          <p:spPr>
            <a:xfrm>
              <a:off x="3685032" y="6291072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Diamond 33"/>
            <p:cNvSpPr/>
            <p:nvPr/>
          </p:nvSpPr>
          <p:spPr>
            <a:xfrm>
              <a:off x="4251960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Diamond 34"/>
            <p:cNvSpPr/>
            <p:nvPr/>
          </p:nvSpPr>
          <p:spPr>
            <a:xfrm>
              <a:off x="4818888" y="6291072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Diamond 35"/>
            <p:cNvSpPr/>
            <p:nvPr/>
          </p:nvSpPr>
          <p:spPr>
            <a:xfrm>
              <a:off x="5385816" y="6291072"/>
              <a:ext cx="566928" cy="566928"/>
            </a:xfrm>
            <a:prstGeom prst="diamond">
              <a:avLst/>
            </a:prstGeom>
            <a:solidFill>
              <a:schemeClr val="tx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Diamond 36"/>
            <p:cNvSpPr/>
            <p:nvPr/>
          </p:nvSpPr>
          <p:spPr>
            <a:xfrm>
              <a:off x="5952744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Diamond 37"/>
            <p:cNvSpPr/>
            <p:nvPr/>
          </p:nvSpPr>
          <p:spPr>
            <a:xfrm>
              <a:off x="6519672" y="6291072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Diamond 38"/>
            <p:cNvSpPr/>
            <p:nvPr/>
          </p:nvSpPr>
          <p:spPr>
            <a:xfrm>
              <a:off x="7086600" y="6291072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Diamond 39"/>
            <p:cNvSpPr/>
            <p:nvPr/>
          </p:nvSpPr>
          <p:spPr>
            <a:xfrm>
              <a:off x="7653527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Diamond 40"/>
            <p:cNvSpPr/>
            <p:nvPr/>
          </p:nvSpPr>
          <p:spPr>
            <a:xfrm>
              <a:off x="8220456" y="6291072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Diamond 41"/>
            <p:cNvSpPr/>
            <p:nvPr/>
          </p:nvSpPr>
          <p:spPr>
            <a:xfrm>
              <a:off x="8787384" y="6291072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Diamond 42"/>
            <p:cNvSpPr/>
            <p:nvPr/>
          </p:nvSpPr>
          <p:spPr>
            <a:xfrm>
              <a:off x="9354311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Diamond 43"/>
            <p:cNvSpPr/>
            <p:nvPr/>
          </p:nvSpPr>
          <p:spPr>
            <a:xfrm>
              <a:off x="9921240" y="6291072"/>
              <a:ext cx="566928" cy="566928"/>
            </a:xfrm>
            <a:prstGeom prst="diamond">
              <a:avLst/>
            </a:prstGeom>
            <a:solidFill>
              <a:schemeClr val="tx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Diamond 44"/>
            <p:cNvSpPr/>
            <p:nvPr/>
          </p:nvSpPr>
          <p:spPr>
            <a:xfrm>
              <a:off x="10488167" y="6291072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Diamond 45"/>
            <p:cNvSpPr/>
            <p:nvPr/>
          </p:nvSpPr>
          <p:spPr>
            <a:xfrm>
              <a:off x="11055096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Diamond 46"/>
            <p:cNvSpPr/>
            <p:nvPr/>
          </p:nvSpPr>
          <p:spPr>
            <a:xfrm>
              <a:off x="11622024" y="6291072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Diamond 47"/>
            <p:cNvSpPr/>
            <p:nvPr/>
          </p:nvSpPr>
          <p:spPr>
            <a:xfrm>
              <a:off x="12188952" y="6291072"/>
              <a:ext cx="566928" cy="566928"/>
            </a:xfrm>
            <a:prstGeom prst="diamond">
              <a:avLst/>
            </a:prstGeom>
            <a:solidFill>
              <a:schemeClr val="tx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49" name="Connector 48"/>
          <p:cNvCxnSpPr/>
          <p:nvPr/>
        </p:nvCxnSpPr>
        <p:spPr>
          <a:xfrm>
            <a:off x="731520" y="566928"/>
            <a:ext cx="10728655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50" name="Diamond 49"/>
          <p:cNvSpPr/>
          <p:nvPr/>
        </p:nvSpPr>
        <p:spPr>
          <a:xfrm>
            <a:off x="6004407" y="475488"/>
            <a:ext cx="182880" cy="182880"/>
          </a:xfrm>
          <a:prstGeom prst="diamond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pattFill prst="smGrid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제목"/>
          <p:cNvSpPr>
            <a:spLocks noGrp="1"/>
          </p:cNvSpPr>
          <p:nvPr>
            <p:ph type="title"/>
          </p:nvPr>
        </p:nvSpPr>
        <p:spPr>
          <a:xfrm>
            <a:off x="731520" y="320040"/>
            <a:ext cx="7802684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8534204" y="502920"/>
            <a:ext cx="292597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DA161832-F8B2-4C4C-AF05-C0CAB6394645}" type="slidenum">
              <a:rPr lang="en-US"/>
              <a:t>‹#›</a:t>
            </a:fld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gradFill rotWithShape="1">
            <a:gsLst>
              <a:gs pos="0">
                <a:schemeClr val="accent3"/>
              </a:gs>
              <a:gs pos="100000">
                <a:schemeClr val="tx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828754" y="1188720"/>
            <a:ext cx="8534186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828754" y="1572768"/>
            <a:ext cx="8534186" cy="14173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828754" y="3063240"/>
            <a:ext cx="8534186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2438339" y="3749040"/>
            <a:ext cx="7315017" cy="54864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grpSp>
        <p:nvGrpSpPr>
          <p:cNvPr id="2" name="마름모 띠"/>
          <p:cNvGrpSpPr/>
          <p:nvPr/>
        </p:nvGrpSpPr>
        <p:grpSpPr>
          <a:xfrm>
            <a:off x="-283464" y="6007608"/>
            <a:ext cx="13322808" cy="850392"/>
            <a:chOff x="-283464" y="6007608"/>
            <a:chExt cx="13322808" cy="850392"/>
          </a:xfrm>
        </p:grpSpPr>
        <p:sp>
          <p:nvSpPr>
            <p:cNvPr id="3" name="Diamond 2"/>
            <p:cNvSpPr/>
            <p:nvPr/>
          </p:nvSpPr>
          <p:spPr>
            <a:xfrm>
              <a:off x="0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" name="Diamond 3"/>
            <p:cNvSpPr/>
            <p:nvPr/>
          </p:nvSpPr>
          <p:spPr>
            <a:xfrm>
              <a:off x="566928" y="6007608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Diamond 4"/>
            <p:cNvSpPr/>
            <p:nvPr/>
          </p:nvSpPr>
          <p:spPr>
            <a:xfrm>
              <a:off x="1133856" y="6007608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Diamond 5"/>
            <p:cNvSpPr/>
            <p:nvPr/>
          </p:nvSpPr>
          <p:spPr>
            <a:xfrm>
              <a:off x="1700784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Diamond 6"/>
            <p:cNvSpPr/>
            <p:nvPr/>
          </p:nvSpPr>
          <p:spPr>
            <a:xfrm>
              <a:off x="2267712" y="6007608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Diamond 7"/>
            <p:cNvSpPr/>
            <p:nvPr/>
          </p:nvSpPr>
          <p:spPr>
            <a:xfrm>
              <a:off x="2834640" y="6007608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Diamond 8"/>
            <p:cNvSpPr/>
            <p:nvPr/>
          </p:nvSpPr>
          <p:spPr>
            <a:xfrm>
              <a:off x="3401568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Diamond 9"/>
            <p:cNvSpPr/>
            <p:nvPr/>
          </p:nvSpPr>
          <p:spPr>
            <a:xfrm>
              <a:off x="3968496" y="6007608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Diamond 10"/>
            <p:cNvSpPr/>
            <p:nvPr/>
          </p:nvSpPr>
          <p:spPr>
            <a:xfrm>
              <a:off x="4535424" y="6007608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Diamond 11"/>
            <p:cNvSpPr/>
            <p:nvPr/>
          </p:nvSpPr>
          <p:spPr>
            <a:xfrm>
              <a:off x="5102352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Diamond 12"/>
            <p:cNvSpPr/>
            <p:nvPr/>
          </p:nvSpPr>
          <p:spPr>
            <a:xfrm>
              <a:off x="5669280" y="6007608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Diamond 13"/>
            <p:cNvSpPr/>
            <p:nvPr/>
          </p:nvSpPr>
          <p:spPr>
            <a:xfrm>
              <a:off x="6236208" y="6007608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Diamond 14"/>
            <p:cNvSpPr/>
            <p:nvPr/>
          </p:nvSpPr>
          <p:spPr>
            <a:xfrm>
              <a:off x="6803136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Diamond 15"/>
            <p:cNvSpPr/>
            <p:nvPr/>
          </p:nvSpPr>
          <p:spPr>
            <a:xfrm>
              <a:off x="7370064" y="6007608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Diamond 16"/>
            <p:cNvSpPr/>
            <p:nvPr/>
          </p:nvSpPr>
          <p:spPr>
            <a:xfrm>
              <a:off x="7936992" y="6007608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Diamond 17"/>
            <p:cNvSpPr/>
            <p:nvPr/>
          </p:nvSpPr>
          <p:spPr>
            <a:xfrm>
              <a:off x="8503920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Diamond 18"/>
            <p:cNvSpPr/>
            <p:nvPr/>
          </p:nvSpPr>
          <p:spPr>
            <a:xfrm>
              <a:off x="9070848" y="6007608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Diamond 19"/>
            <p:cNvSpPr/>
            <p:nvPr/>
          </p:nvSpPr>
          <p:spPr>
            <a:xfrm>
              <a:off x="9637776" y="6007608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Diamond 20"/>
            <p:cNvSpPr/>
            <p:nvPr/>
          </p:nvSpPr>
          <p:spPr>
            <a:xfrm>
              <a:off x="10204704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Diamond 21"/>
            <p:cNvSpPr/>
            <p:nvPr/>
          </p:nvSpPr>
          <p:spPr>
            <a:xfrm>
              <a:off x="10771632" y="6007608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Diamond 22"/>
            <p:cNvSpPr/>
            <p:nvPr/>
          </p:nvSpPr>
          <p:spPr>
            <a:xfrm>
              <a:off x="11338560" y="6007608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Diamond 23"/>
            <p:cNvSpPr/>
            <p:nvPr/>
          </p:nvSpPr>
          <p:spPr>
            <a:xfrm>
              <a:off x="11905488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Diamond 24"/>
            <p:cNvSpPr/>
            <p:nvPr/>
          </p:nvSpPr>
          <p:spPr>
            <a:xfrm>
              <a:off x="12472416" y="6007608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Diamond 25"/>
            <p:cNvSpPr/>
            <p:nvPr/>
          </p:nvSpPr>
          <p:spPr>
            <a:xfrm>
              <a:off x="-283464" y="6291072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Diamond 26"/>
            <p:cNvSpPr/>
            <p:nvPr/>
          </p:nvSpPr>
          <p:spPr>
            <a:xfrm>
              <a:off x="283464" y="6291072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Diamond 27"/>
            <p:cNvSpPr/>
            <p:nvPr/>
          </p:nvSpPr>
          <p:spPr>
            <a:xfrm>
              <a:off x="850392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Diamond 28"/>
            <p:cNvSpPr/>
            <p:nvPr/>
          </p:nvSpPr>
          <p:spPr>
            <a:xfrm>
              <a:off x="1417319" y="6291072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Diamond 29"/>
            <p:cNvSpPr/>
            <p:nvPr/>
          </p:nvSpPr>
          <p:spPr>
            <a:xfrm>
              <a:off x="1984248" y="6291072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Diamond 30"/>
            <p:cNvSpPr/>
            <p:nvPr/>
          </p:nvSpPr>
          <p:spPr>
            <a:xfrm>
              <a:off x="2551176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Diamond 31"/>
            <p:cNvSpPr/>
            <p:nvPr/>
          </p:nvSpPr>
          <p:spPr>
            <a:xfrm>
              <a:off x="3118103" y="6291072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Diamond 32"/>
            <p:cNvSpPr/>
            <p:nvPr/>
          </p:nvSpPr>
          <p:spPr>
            <a:xfrm>
              <a:off x="3685032" y="6291072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Diamond 33"/>
            <p:cNvSpPr/>
            <p:nvPr/>
          </p:nvSpPr>
          <p:spPr>
            <a:xfrm>
              <a:off x="4251960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Diamond 34"/>
            <p:cNvSpPr/>
            <p:nvPr/>
          </p:nvSpPr>
          <p:spPr>
            <a:xfrm>
              <a:off x="4818888" y="6291072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Diamond 35"/>
            <p:cNvSpPr/>
            <p:nvPr/>
          </p:nvSpPr>
          <p:spPr>
            <a:xfrm>
              <a:off x="5385816" y="6291072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Diamond 36"/>
            <p:cNvSpPr/>
            <p:nvPr/>
          </p:nvSpPr>
          <p:spPr>
            <a:xfrm>
              <a:off x="5952744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Diamond 37"/>
            <p:cNvSpPr/>
            <p:nvPr/>
          </p:nvSpPr>
          <p:spPr>
            <a:xfrm>
              <a:off x="6519672" y="6291072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Diamond 38"/>
            <p:cNvSpPr/>
            <p:nvPr/>
          </p:nvSpPr>
          <p:spPr>
            <a:xfrm>
              <a:off x="7086600" y="6291072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Diamond 39"/>
            <p:cNvSpPr/>
            <p:nvPr/>
          </p:nvSpPr>
          <p:spPr>
            <a:xfrm>
              <a:off x="7653527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Diamond 40"/>
            <p:cNvSpPr/>
            <p:nvPr/>
          </p:nvSpPr>
          <p:spPr>
            <a:xfrm>
              <a:off x="8220456" y="6291072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Diamond 41"/>
            <p:cNvSpPr/>
            <p:nvPr/>
          </p:nvSpPr>
          <p:spPr>
            <a:xfrm>
              <a:off x="8787384" y="6291072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Diamond 42"/>
            <p:cNvSpPr/>
            <p:nvPr/>
          </p:nvSpPr>
          <p:spPr>
            <a:xfrm>
              <a:off x="9354311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Diamond 43"/>
            <p:cNvSpPr/>
            <p:nvPr/>
          </p:nvSpPr>
          <p:spPr>
            <a:xfrm>
              <a:off x="9921240" y="6291072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Diamond 44"/>
            <p:cNvSpPr/>
            <p:nvPr/>
          </p:nvSpPr>
          <p:spPr>
            <a:xfrm>
              <a:off x="10488167" y="6291072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Diamond 45"/>
            <p:cNvSpPr/>
            <p:nvPr/>
          </p:nvSpPr>
          <p:spPr>
            <a:xfrm>
              <a:off x="11055096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Diamond 46"/>
            <p:cNvSpPr/>
            <p:nvPr/>
          </p:nvSpPr>
          <p:spPr>
            <a:xfrm>
              <a:off x="11622024" y="6291072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Diamond 47"/>
            <p:cNvSpPr/>
            <p:nvPr/>
          </p:nvSpPr>
          <p:spPr>
            <a:xfrm>
              <a:off x="12188952" y="6291072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49" name="Connector 48"/>
          <p:cNvCxnSpPr/>
          <p:nvPr/>
        </p:nvCxnSpPr>
        <p:spPr>
          <a:xfrm>
            <a:off x="731520" y="566928"/>
            <a:ext cx="10728655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50" name="Diamond 49"/>
          <p:cNvSpPr/>
          <p:nvPr/>
        </p:nvSpPr>
        <p:spPr>
          <a:xfrm>
            <a:off x="6004407" y="475488"/>
            <a:ext cx="182880" cy="182880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pattFill prst="smGrid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제목"/>
          <p:cNvSpPr>
            <a:spLocks noGrp="1"/>
          </p:cNvSpPr>
          <p:nvPr>
            <p:ph type="title"/>
          </p:nvPr>
        </p:nvSpPr>
        <p:spPr>
          <a:xfrm>
            <a:off x="731520" y="320040"/>
            <a:ext cx="7802684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8534204" y="502920"/>
            <a:ext cx="292597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12FDC8E1-0BBA-4539-9E93-DF876ACD14BB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gradFill rotWithShape="1">
            <a:gsLst>
              <a:gs pos="0">
                <a:schemeClr val="accent3"/>
              </a:gs>
              <a:gs pos="100000">
                <a:schemeClr val="tx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pattFill prst="smGrid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73152"/>
            <a:ext cx="1072865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318A6AAE-3ABB-45B8-B9F8-DD27DB9271FA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gradFill rotWithShape="1">
            <a:gsLst>
              <a:gs pos="0">
                <a:schemeClr val="accent3"/>
              </a:gs>
              <a:gs pos="100000">
                <a:schemeClr val="tx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457200"/>
            <a:ext cx="12191695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  <p:grpSp>
        <p:nvGrpSpPr>
          <p:cNvPr id="4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OLIVE  ·  FAMILY ALBUM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우리 가족을 소개합니다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어버이날 꽃 옆에서 한 장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반려동물과 함께 · 날짜 입력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 구성원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MEMBERS</a:t>
            </a:r>
          </a:p>
        </p:txBody>
      </p:sp>
      <p:sp>
        <p:nvSpPr>
          <p:cNvPr id="15" name="사진 바탕 1"/>
          <p:cNvSpPr/>
          <p:nvPr/>
        </p:nvSpPr>
        <p:spPr>
          <a:xfrm>
            <a:off x="1342339" y="2057400"/>
            <a:ext cx="2171700" cy="21717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1342339" y="2057400"/>
            <a:ext cx="2171700" cy="2171700"/>
          </a:xfrm>
          <a:prstGeom prst="ellipse">
            <a:avLst/>
          </a:prstGeom>
        </p:spPr>
      </p:sp>
      <p:sp>
        <p:nvSpPr>
          <p:cNvPr id="20" name="사진 바탕 2"/>
          <p:cNvSpPr/>
          <p:nvPr/>
        </p:nvSpPr>
        <p:spPr>
          <a:xfrm>
            <a:off x="5009997" y="2057400"/>
            <a:ext cx="2171700" cy="21717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5009997" y="2057400"/>
            <a:ext cx="2171700" cy="2171700"/>
          </a:xfrm>
          <a:prstGeom prst="ellipse">
            <a:avLst/>
          </a:prstGeom>
        </p:spPr>
      </p:sp>
      <p:sp>
        <p:nvSpPr>
          <p:cNvPr id="25" name="사진 바탕 3"/>
          <p:cNvSpPr/>
          <p:nvPr/>
        </p:nvSpPr>
        <p:spPr>
          <a:xfrm>
            <a:off x="8677656" y="2057400"/>
            <a:ext cx="2171700" cy="21717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8677656" y="2057400"/>
            <a:ext cx="2171700" cy="2171700"/>
          </a:xfrm>
          <a:prstGeom prst="ellipse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27158-6FEF-4066-82D2-FB2370B250C9}" type="slidenum">
              <a:rPr lang="en-US"/>
              <a:t>‹#›</a:t>
            </a:fld>
            <a:endParaRPr lang="en-US"/>
          </a:p>
        </p:txBody>
      </p:sp>
      <p:sp>
        <p:nvSpPr>
          <p:cNvPr id="13" name="보호자 1 카드"/>
          <p:cNvSpPr/>
          <p:nvPr/>
        </p:nvSpPr>
        <p:spPr>
          <a:xfrm>
            <a:off x="731520" y="1828800"/>
            <a:ext cx="3393338" cy="42748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4" name="윗선"/>
          <p:cNvSpPr/>
          <p:nvPr/>
        </p:nvSpPr>
        <p:spPr>
          <a:xfrm>
            <a:off x="731520" y="1828800"/>
            <a:ext cx="3393338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보호자 1 이름"/>
          <p:cNvSpPr txBox="1"/>
          <p:nvPr/>
        </p:nvSpPr>
        <p:spPr>
          <a:xfrm>
            <a:off x="731520" y="4320540"/>
            <a:ext cx="3393338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보호자 1</a:t>
            </a:r>
          </a:p>
        </p:txBody>
      </p:sp>
      <p:sp>
        <p:nvSpPr>
          <p:cNvPr id="17" name="보호자 1 소개"/>
          <p:cNvSpPr txBox="1"/>
          <p:nvPr/>
        </p:nvSpPr>
        <p:spPr>
          <a:xfrm>
            <a:off x="822960" y="4777740"/>
            <a:ext cx="3210458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하는 일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반려동물에게 한마디</a:t>
            </a:r>
          </a:p>
        </p:txBody>
      </p:sp>
      <p:sp>
        <p:nvSpPr>
          <p:cNvPr id="18" name="보호자 2 카드"/>
          <p:cNvSpPr/>
          <p:nvPr/>
        </p:nvSpPr>
        <p:spPr>
          <a:xfrm>
            <a:off x="4399178" y="1828800"/>
            <a:ext cx="3393338" cy="42748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9" name="윗선"/>
          <p:cNvSpPr/>
          <p:nvPr/>
        </p:nvSpPr>
        <p:spPr>
          <a:xfrm>
            <a:off x="4399178" y="1828800"/>
            <a:ext cx="3393338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보호자 2 이름"/>
          <p:cNvSpPr txBox="1"/>
          <p:nvPr/>
        </p:nvSpPr>
        <p:spPr>
          <a:xfrm>
            <a:off x="4399178" y="4320540"/>
            <a:ext cx="3393338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보호자 2</a:t>
            </a:r>
          </a:p>
        </p:txBody>
      </p:sp>
      <p:sp>
        <p:nvSpPr>
          <p:cNvPr id="22" name="보호자 2 소개"/>
          <p:cNvSpPr txBox="1"/>
          <p:nvPr/>
        </p:nvSpPr>
        <p:spPr>
          <a:xfrm>
            <a:off x="4490618" y="4777740"/>
            <a:ext cx="3210458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하는 일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반려동물에게 한마디</a:t>
            </a:r>
          </a:p>
        </p:txBody>
      </p:sp>
      <p:sp>
        <p:nvSpPr>
          <p:cNvPr id="23" name="우리 반려동물 카드"/>
          <p:cNvSpPr/>
          <p:nvPr/>
        </p:nvSpPr>
        <p:spPr>
          <a:xfrm>
            <a:off x="8066836" y="1828800"/>
            <a:ext cx="3393338" cy="42748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4" name="윗선"/>
          <p:cNvSpPr/>
          <p:nvPr/>
        </p:nvSpPr>
        <p:spPr>
          <a:xfrm>
            <a:off x="8066836" y="1828800"/>
            <a:ext cx="3393338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우리 반려동물 이름"/>
          <p:cNvSpPr txBox="1"/>
          <p:nvPr/>
        </p:nvSpPr>
        <p:spPr>
          <a:xfrm>
            <a:off x="8066836" y="4320540"/>
            <a:ext cx="3393338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우리 반려동물</a:t>
            </a:r>
          </a:p>
        </p:txBody>
      </p:sp>
      <p:sp>
        <p:nvSpPr>
          <p:cNvPr id="27" name="우리 반려동물 소개"/>
          <p:cNvSpPr txBox="1"/>
          <p:nvPr/>
        </p:nvSpPr>
        <p:spPr>
          <a:xfrm>
            <a:off x="8158276" y="4777740"/>
            <a:ext cx="3210458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좋아하는 것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특징 · 성격</a:t>
            </a:r>
          </a:p>
        </p:txBody>
      </p:sp>
    </p:spTree>
  </p:cSld>
  <p:clrMapOvr>
    <a:masterClrMapping/>
  </p:clrMapOvr>
  <p:transition spd="med">
    <p:wipe dir="r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 이야기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OUR STORY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F55BB5-0855-4F71-BCA7-8DE24147AF28}" type="slidenum">
              <a:rPr lang="en-US"/>
              <a:t>‹#›</a:t>
            </a:fld>
            <a:endParaRPr lang="en-US"/>
          </a:p>
        </p:txBody>
      </p:sp>
      <p:cxnSp>
        <p:nvCxnSpPr>
          <p:cNvPr id="5" name="타임라인 선"/>
          <p:cNvCxnSpPr/>
          <p:nvPr/>
        </p:nvCxnSpPr>
        <p:spPr>
          <a:xfrm>
            <a:off x="731520" y="3493008"/>
            <a:ext cx="10728655" cy="0"/>
          </a:xfrm>
          <a:prstGeom prst="line">
            <a:avLst/>
          </a:prstGeom>
          <a:ln w="12700" cap="rnd">
            <a:solidFill>
              <a:schemeClr val="accent5"/>
            </a:solidFill>
          </a:ln>
        </p:spPr>
      </p:cxnSp>
      <p:grpSp>
        <p:nvGrpSpPr>
          <p:cNvPr id="6" name="때 1"/>
          <p:cNvGrpSpPr/>
          <p:nvPr/>
        </p:nvGrpSpPr>
        <p:grpSpPr>
          <a:xfrm>
            <a:off x="777240" y="2651760"/>
            <a:ext cx="2590723" cy="3383280"/>
            <a:chOff x="777240" y="2651760"/>
            <a:chExt cx="2590723" cy="3383280"/>
          </a:xfrm>
        </p:grpSpPr>
        <p:sp>
          <p:nvSpPr>
            <p:cNvPr id="7" name="점"/>
            <p:cNvSpPr/>
            <p:nvPr/>
          </p:nvSpPr>
          <p:spPr>
            <a:xfrm>
              <a:off x="1871433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때"/>
            <p:cNvSpPr txBox="1"/>
            <p:nvPr/>
          </p:nvSpPr>
          <p:spPr>
            <a:xfrm>
              <a:off x="777240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처음 만난 날</a:t>
              </a:r>
            </a:p>
          </p:txBody>
        </p:sp>
        <p:sp>
          <p:nvSpPr>
            <p:cNvPr id="9" name="제목"/>
            <p:cNvSpPr txBox="1"/>
            <p:nvPr/>
          </p:nvSpPr>
          <p:spPr>
            <a:xfrm>
              <a:off x="822960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우리의 인연</a:t>
              </a:r>
            </a:p>
          </p:txBody>
        </p:sp>
        <p:sp>
          <p:nvSpPr>
            <p:cNvPr id="10" name="내용"/>
            <p:cNvSpPr txBox="1"/>
            <p:nvPr/>
          </p:nvSpPr>
          <p:spPr>
            <a:xfrm>
              <a:off x="822960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입양하던 날의 이야기</a:t>
              </a:r>
            </a:p>
          </p:txBody>
        </p:sp>
      </p:grpSp>
      <p:grpSp>
        <p:nvGrpSpPr>
          <p:cNvPr id="11" name="때 2"/>
          <p:cNvGrpSpPr/>
          <p:nvPr/>
        </p:nvGrpSpPr>
        <p:grpSpPr>
          <a:xfrm>
            <a:off x="3459403" y="2651760"/>
            <a:ext cx="2590723" cy="3383280"/>
            <a:chOff x="3459403" y="2651760"/>
            <a:chExt cx="2590723" cy="3383280"/>
          </a:xfrm>
        </p:grpSpPr>
        <p:sp>
          <p:nvSpPr>
            <p:cNvPr id="12" name="점"/>
            <p:cNvSpPr/>
            <p:nvPr/>
          </p:nvSpPr>
          <p:spPr>
            <a:xfrm>
              <a:off x="4553597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때"/>
            <p:cNvSpPr txBox="1"/>
            <p:nvPr/>
          </p:nvSpPr>
          <p:spPr>
            <a:xfrm>
              <a:off x="3459403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산책</a:t>
              </a:r>
            </a:p>
          </p:txBody>
        </p:sp>
        <p:sp>
          <p:nvSpPr>
            <p:cNvPr id="14" name="제목"/>
            <p:cNvSpPr txBox="1"/>
            <p:nvPr/>
          </p:nvSpPr>
          <p:spPr>
            <a:xfrm>
              <a:off x="3505123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함께한 첫 걸음</a:t>
              </a:r>
            </a:p>
          </p:txBody>
        </p:sp>
        <p:sp>
          <p:nvSpPr>
            <p:cNvPr id="15" name="내용"/>
            <p:cNvSpPr txBox="1"/>
            <p:nvPr/>
          </p:nvSpPr>
          <p:spPr>
            <a:xfrm>
              <a:off x="3505123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그날의 기억을 적어요</a:t>
              </a:r>
            </a:p>
          </p:txBody>
        </p:sp>
      </p:grpSp>
      <p:grpSp>
        <p:nvGrpSpPr>
          <p:cNvPr id="16" name="때 3"/>
          <p:cNvGrpSpPr/>
          <p:nvPr/>
        </p:nvGrpSpPr>
        <p:grpSpPr>
          <a:xfrm>
            <a:off x="6141567" y="2651760"/>
            <a:ext cx="2590723" cy="3383280"/>
            <a:chOff x="6141567" y="2651760"/>
            <a:chExt cx="2590723" cy="3383280"/>
          </a:xfrm>
        </p:grpSpPr>
        <p:sp>
          <p:nvSpPr>
            <p:cNvPr id="17" name="점"/>
            <p:cNvSpPr/>
            <p:nvPr/>
          </p:nvSpPr>
          <p:spPr>
            <a:xfrm>
              <a:off x="7235761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때"/>
            <p:cNvSpPr txBox="1"/>
            <p:nvPr/>
          </p:nvSpPr>
          <p:spPr>
            <a:xfrm>
              <a:off x="6141567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가장 웃었던 날</a:t>
              </a:r>
            </a:p>
          </p:txBody>
        </p:sp>
        <p:sp>
          <p:nvSpPr>
            <p:cNvPr id="19" name="제목"/>
            <p:cNvSpPr txBox="1"/>
            <p:nvPr/>
          </p:nvSpPr>
          <p:spPr>
            <a:xfrm>
              <a:off x="6187287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잊지 못할 순간</a:t>
              </a:r>
            </a:p>
          </p:txBody>
        </p:sp>
        <p:sp>
          <p:nvSpPr>
            <p:cNvPr id="20" name="내용"/>
            <p:cNvSpPr txBox="1"/>
            <p:nvPr/>
          </p:nvSpPr>
          <p:spPr>
            <a:xfrm>
              <a:off x="6187287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사진으로 남겨 두세요</a:t>
              </a:r>
            </a:p>
          </p:txBody>
        </p:sp>
      </p:grpSp>
      <p:grpSp>
        <p:nvGrpSpPr>
          <p:cNvPr id="21" name="때 4"/>
          <p:cNvGrpSpPr/>
          <p:nvPr/>
        </p:nvGrpSpPr>
        <p:grpSpPr>
          <a:xfrm>
            <a:off x="8823731" y="2651760"/>
            <a:ext cx="2590723" cy="3383280"/>
            <a:chOff x="8823731" y="2651760"/>
            <a:chExt cx="2590723" cy="3383280"/>
          </a:xfrm>
        </p:grpSpPr>
        <p:sp>
          <p:nvSpPr>
            <p:cNvPr id="22" name="점"/>
            <p:cNvSpPr/>
            <p:nvPr/>
          </p:nvSpPr>
          <p:spPr>
            <a:xfrm>
              <a:off x="9917925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때"/>
            <p:cNvSpPr txBox="1"/>
            <p:nvPr/>
          </p:nvSpPr>
          <p:spPr>
            <a:xfrm>
              <a:off x="8823731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지금</a:t>
              </a:r>
            </a:p>
          </p:txBody>
        </p:sp>
        <p:sp>
          <p:nvSpPr>
            <p:cNvPr id="24" name="제목"/>
            <p:cNvSpPr txBox="1"/>
            <p:nvPr/>
          </p:nvSpPr>
          <p:spPr>
            <a:xfrm>
              <a:off x="8869451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오늘의 우리</a:t>
              </a:r>
            </a:p>
          </p:txBody>
        </p:sp>
        <p:sp>
          <p:nvSpPr>
            <p:cNvPr id="25" name="내용"/>
            <p:cNvSpPr txBox="1"/>
            <p:nvPr/>
          </p:nvSpPr>
          <p:spPr>
            <a:xfrm>
              <a:off x="8869451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요즘 우리 이야기</a:t>
              </a:r>
            </a:p>
          </p:txBody>
        </p:sp>
      </p:grpSp>
    </p:spTree>
  </p:cSld>
  <p:clrMapOvr>
    <a:masterClrMapping/>
  </p:clrMapOvr>
  <p:transition spd="med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가족의 약속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PROMISE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E54EC4-E07E-4B53-B362-CBE1ED2FD3D2}" type="slidenum">
              <a:rPr lang="en-US"/>
              <a:t>‹#›</a:t>
            </a:fld>
            <a:endParaRPr lang="en-US"/>
          </a:p>
        </p:txBody>
      </p:sp>
      <p:grpSp>
        <p:nvGrpSpPr>
          <p:cNvPr id="5" name="줄 1"/>
          <p:cNvGrpSpPr/>
          <p:nvPr/>
        </p:nvGrpSpPr>
        <p:grpSpPr>
          <a:xfrm>
            <a:off x="731520" y="1828800"/>
            <a:ext cx="10728655" cy="1005840"/>
            <a:chOff x="731520" y="1828800"/>
            <a:chExt cx="10728655" cy="1005840"/>
          </a:xfrm>
        </p:grpSpPr>
        <p:sp>
          <p:nvSpPr>
            <p:cNvPr id="6" name="줄 바탕"/>
            <p:cNvSpPr/>
            <p:nvPr/>
          </p:nvSpPr>
          <p:spPr>
            <a:xfrm>
              <a:off x="731520" y="1828800"/>
              <a:ext cx="10728655" cy="10058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윗선"/>
            <p:cNvSpPr/>
            <p:nvPr/>
          </p:nvSpPr>
          <p:spPr>
            <a:xfrm>
              <a:off x="731520" y="1828800"/>
              <a:ext cx="10728655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/>
            <p:nvPr/>
          </p:nvSpPr>
          <p:spPr>
            <a:xfrm>
              <a:off x="1005840" y="2103120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1</a:t>
              </a:r>
            </a:p>
          </p:txBody>
        </p:sp>
        <p:sp>
          <p:nvSpPr>
            <p:cNvPr id="9" name="줄 제목"/>
            <p:cNvSpPr txBox="1"/>
            <p:nvPr/>
          </p:nvSpPr>
          <p:spPr>
            <a:xfrm>
              <a:off x="1737360" y="1874519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1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4572000" y="1993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1" name="줄 내용"/>
            <p:cNvSpPr txBox="1"/>
            <p:nvPr/>
          </p:nvSpPr>
          <p:spPr>
            <a:xfrm>
              <a:off x="4754880" y="1874519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산책은 하루도 거르지 않기</a:t>
              </a:r>
            </a:p>
          </p:txBody>
        </p:sp>
      </p:grpSp>
      <p:grpSp>
        <p:nvGrpSpPr>
          <p:cNvPr id="12" name="줄 2"/>
          <p:cNvGrpSpPr/>
          <p:nvPr/>
        </p:nvGrpSpPr>
        <p:grpSpPr>
          <a:xfrm>
            <a:off x="731520" y="2971800"/>
            <a:ext cx="10728655" cy="1005840"/>
            <a:chOff x="731520" y="2971800"/>
            <a:chExt cx="10728655" cy="1005840"/>
          </a:xfrm>
        </p:grpSpPr>
        <p:sp>
          <p:nvSpPr>
            <p:cNvPr id="13" name="줄 바탕"/>
            <p:cNvSpPr/>
            <p:nvPr/>
          </p:nvSpPr>
          <p:spPr>
            <a:xfrm>
              <a:off x="731520" y="2971800"/>
              <a:ext cx="10728655" cy="10058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윗선"/>
            <p:cNvSpPr/>
            <p:nvPr/>
          </p:nvSpPr>
          <p:spPr>
            <a:xfrm>
              <a:off x="731520" y="2971800"/>
              <a:ext cx="10728655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번호 2"/>
            <p:cNvSpPr/>
            <p:nvPr/>
          </p:nvSpPr>
          <p:spPr>
            <a:xfrm>
              <a:off x="1005840" y="3246120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2</a:t>
              </a:r>
            </a:p>
          </p:txBody>
        </p:sp>
        <p:sp>
          <p:nvSpPr>
            <p:cNvPr id="16" name="줄 제목"/>
            <p:cNvSpPr txBox="1"/>
            <p:nvPr/>
          </p:nvSpPr>
          <p:spPr>
            <a:xfrm>
              <a:off x="1737360" y="3017520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2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4572000" y="3136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8" name="줄 내용"/>
            <p:cNvSpPr txBox="1"/>
            <p:nvPr/>
          </p:nvSpPr>
          <p:spPr>
            <a:xfrm>
              <a:off x="4754880" y="3017520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건강 검진 날짜 챙기기</a:t>
              </a:r>
            </a:p>
          </p:txBody>
        </p:sp>
      </p:grpSp>
      <p:grpSp>
        <p:nvGrpSpPr>
          <p:cNvPr id="19" name="줄 3"/>
          <p:cNvGrpSpPr/>
          <p:nvPr/>
        </p:nvGrpSpPr>
        <p:grpSpPr>
          <a:xfrm>
            <a:off x="731520" y="4114800"/>
            <a:ext cx="10728655" cy="1005840"/>
            <a:chOff x="731520" y="4114800"/>
            <a:chExt cx="10728655" cy="1005840"/>
          </a:xfrm>
        </p:grpSpPr>
        <p:sp>
          <p:nvSpPr>
            <p:cNvPr id="20" name="줄 바탕"/>
            <p:cNvSpPr/>
            <p:nvPr/>
          </p:nvSpPr>
          <p:spPr>
            <a:xfrm>
              <a:off x="731520" y="4114800"/>
              <a:ext cx="10728655" cy="10058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윗선"/>
            <p:cNvSpPr/>
            <p:nvPr/>
          </p:nvSpPr>
          <p:spPr>
            <a:xfrm>
              <a:off x="731520" y="4114800"/>
              <a:ext cx="10728655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번호 3"/>
            <p:cNvSpPr/>
            <p:nvPr/>
          </p:nvSpPr>
          <p:spPr>
            <a:xfrm>
              <a:off x="1005840" y="4389120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3</a:t>
              </a:r>
            </a:p>
          </p:txBody>
        </p:sp>
        <p:sp>
          <p:nvSpPr>
            <p:cNvPr id="23" name="줄 제목"/>
            <p:cNvSpPr txBox="1"/>
            <p:nvPr/>
          </p:nvSpPr>
          <p:spPr>
            <a:xfrm>
              <a:off x="1737360" y="4160520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3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4572000" y="4279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5" name="줄 내용"/>
            <p:cNvSpPr txBox="1"/>
            <p:nvPr/>
          </p:nvSpPr>
          <p:spPr>
            <a:xfrm>
              <a:off x="4754880" y="4160520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많이 안아 주고 많이 칭찬하기</a:t>
              </a:r>
            </a:p>
          </p:txBody>
        </p:sp>
      </p:grpSp>
    </p:spTree>
  </p:cSld>
  <p:clrMapOvr>
    <a:masterClrMapping/>
  </p:clrMapOvr>
  <p:transition spd="med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 사진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ALBUM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4" name="사진 바탕 2"/>
          <p:cNvSpPr/>
          <p:nvPr/>
        </p:nvSpPr>
        <p:spPr>
          <a:xfrm>
            <a:off x="4374794" y="1828800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4374794" y="1828800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5" name="사진 바탕 3"/>
          <p:cNvSpPr/>
          <p:nvPr/>
        </p:nvSpPr>
        <p:spPr>
          <a:xfrm>
            <a:off x="8018068" y="1828800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8018068" y="1828800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6" name="사진 바탕 4"/>
          <p:cNvSpPr/>
          <p:nvPr/>
        </p:nvSpPr>
        <p:spPr>
          <a:xfrm>
            <a:off x="731520" y="4101084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731520" y="4101084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7" name="사진 바탕 5"/>
          <p:cNvSpPr/>
          <p:nvPr/>
        </p:nvSpPr>
        <p:spPr>
          <a:xfrm>
            <a:off x="4374794" y="4101084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4374794" y="4101084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8" name="사진 바탕 6"/>
          <p:cNvSpPr/>
          <p:nvPr/>
        </p:nvSpPr>
        <p:spPr>
          <a:xfrm>
            <a:off x="8018068" y="4101084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8018068" y="4101084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15AA8D-33AC-413D-994D-18864AA652BD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wipe dir="r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MESSAGE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가족에게 한마디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AC0DC7-0474-468D-8179-96C87C36A833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wipe dir="r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OLIVE  ·  FAMILY ALBUM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 소개를 마칩니다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읽어 주셔서 고맙습니다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고맙습니다 · 가족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반려동물과 함께 가족 소개">
  <a:themeElements>
    <a:clrScheme name="반려동물과 함께 가족 소개">
      <a:dk1>
        <a:srgbClr val="464837"/>
      </a:dk1>
      <a:lt1>
        <a:srgbClr val="FDFCF9"/>
      </a:lt1>
      <a:dk2>
        <a:srgbClr val="3A3D20"/>
      </a:dk2>
      <a:lt2>
        <a:srgbClr val="F7F5EB"/>
      </a:lt2>
      <a:accent1>
        <a:srgbClr val="868C58"/>
      </a:accent1>
      <a:accent2>
        <a:srgbClr val="C1AA6A"/>
      </a:accent2>
      <a:accent3>
        <a:srgbClr val="575947"/>
      </a:accent3>
      <a:accent4>
        <a:srgbClr val="E0E0CE"/>
      </a:accent4>
      <a:accent5>
        <a:srgbClr val="C4AC70"/>
      </a:accent5>
      <a:accent6>
        <a:srgbClr val="D9CCA4"/>
      </a:accent6>
      <a:hlink>
        <a:srgbClr val="3A3D20"/>
      </a:hlink>
      <a:folHlink>
        <a:srgbClr val="575947"/>
      </a:folHlink>
    </a:clrScheme>
    <a:fontScheme name="반려동물과 함께 가족 소개">
      <a:majorFont>
        <a:latin typeface="Gill Sans MT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반려동물과 함께 가족 소개</dc:title>
  <dc:subject>반려동물과 함께 가족 소개 슬라이드</dc:subject>
  <dc:creator>반딧불이의 곳간</dc:creator>
  <cp:keywords>가족,소개,PPT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