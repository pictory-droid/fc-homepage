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8DF83AE-00B7-4482-823A-A286B2E8EFE8}">
          <p14:sldIdLst>
            <p14:sldId id="256"/>
          </p14:sldIdLst>
        </p14:section>
        <p14:section name="본문" id="{EBF26B98-8E05-44BA-BF6F-238C8D65F9B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E82ECDE-DD7B-4517-9E7B-244955F8696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D512B62-EB68-4DDC-B51B-AB090A173F9C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cxnSp>
          <p:nvCxnSpPr>
            <p:cNvPr id="4" name="Connector 3"/>
            <p:cNvCxnSpPr/>
            <p:nvPr/>
          </p:nvCxnSpPr>
          <p:spPr>
            <a:xfrm flipV="1">
              <a:off x="6095847" y="1453896"/>
              <a:ext cx="0" cy="164592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5" name="Round Diagonal Corner Rectangle 4"/>
            <p:cNvSpPr/>
            <p:nvPr/>
          </p:nvSpPr>
          <p:spPr>
            <a:xfrm>
              <a:off x="5958687" y="1385316"/>
              <a:ext cx="137160" cy="13716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Diagonal Corner Rectangle 5"/>
            <p:cNvSpPr/>
            <p:nvPr/>
          </p:nvSpPr>
          <p:spPr>
            <a:xfrm flipH="1">
              <a:off x="6095847" y="1344168"/>
              <a:ext cx="137160" cy="13716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D7177D5-DA3B-4855-83E0-F118C0BC420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cxnSp>
          <p:nvCxnSpPr>
            <p:cNvPr id="4" name="Connector 3"/>
            <p:cNvCxnSpPr/>
            <p:nvPr/>
          </p:nvCxnSpPr>
          <p:spPr>
            <a:xfrm flipV="1">
              <a:off x="6095847" y="1453896"/>
              <a:ext cx="0" cy="164592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5" name="Round Diagonal Corner Rectangle 4"/>
            <p:cNvSpPr/>
            <p:nvPr/>
          </p:nvSpPr>
          <p:spPr>
            <a:xfrm>
              <a:off x="5958687" y="1385316"/>
              <a:ext cx="137160" cy="13716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Diagonal Corner Rectangle 5"/>
            <p:cNvSpPr/>
            <p:nvPr/>
          </p:nvSpPr>
          <p:spPr>
            <a:xfrm flipH="1">
              <a:off x="6095847" y="1344168"/>
              <a:ext cx="137160" cy="13716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80761A6-F48F-4C98-B21E-D7A8F97AC34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cxnSp>
          <p:nvCxnSpPr>
            <p:cNvPr id="6" name="Connector 5"/>
            <p:cNvCxnSpPr/>
            <p:nvPr/>
          </p:nvCxnSpPr>
          <p:spPr>
            <a:xfrm flipV="1">
              <a:off x="6095847" y="5431536"/>
              <a:ext cx="0" cy="329184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7" name="Round Diagonal Corner Rectangle 6"/>
            <p:cNvSpPr/>
            <p:nvPr/>
          </p:nvSpPr>
          <p:spPr>
            <a:xfrm>
              <a:off x="5821527" y="5294376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Diagonal Corner Rectangle 7"/>
            <p:cNvSpPr/>
            <p:nvPr/>
          </p:nvSpPr>
          <p:spPr>
            <a:xfrm flipH="1">
              <a:off x="6095847" y="5212080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매화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신혼 때 매화 보러 간 날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925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76074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3AB4-87B2-4D51-B395-D7994F920F19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57DD-6EA4-4E83-A6AA-FB817900095E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집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B281-C575-4BC3-8E93-7D19206D444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C2FC-F16E-4DF4-862D-A270B5A1BD5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3986F-35F2-4DBA-98B7-D6E513279D7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매화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64523A"/>
      </a:dk2>
      <a:lt2>
        <a:srgbClr val="F9E4ED"/>
      </a:lt2>
      <a:accent1>
        <a:srgbClr val="D8739D"/>
      </a:accent1>
      <a:accent2>
        <a:srgbClr val="7CC5A7"/>
      </a:accent2>
      <a:accent3>
        <a:srgbClr val="4E2C3A"/>
      </a:accent3>
      <a:accent4>
        <a:srgbClr val="F4C7DA"/>
      </a:accent4>
      <a:accent5>
        <a:srgbClr val="E0C9A3"/>
      </a:accent5>
      <a:accent6>
        <a:srgbClr val="DABCE6"/>
      </a:accent6>
      <a:hlink>
        <a:srgbClr val="64523A"/>
      </a:hlink>
      <a:folHlink>
        <a:srgbClr val="4E2C3A"/>
      </a:folHlink>
    </a:clrScheme>
    <a:fontScheme name="우리 부부 가족 소개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