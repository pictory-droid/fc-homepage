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6F9372C-1B43-49B5-8834-F7589B8F0D52}">
          <p14:sldIdLst>
            <p14:sldId id="256"/>
          </p14:sldIdLst>
        </p14:section>
        <p14:section name="본문" id="{3543A17F-BBBF-43AE-989A-788624CFFB2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2C97338-B24A-4C19-8425-D42ACFA4396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84C9338D-7671-463D-A1C8-9E89310DAB3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5D3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FAA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73F61F44-B535-4292-B9FF-66C0F3D60DA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68880" y="676656"/>
            <a:ext cx="8991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64008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800" b="0" spc="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fld id="{2864EA30-0FB3-455E-B4AB-E8576DCBC797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68880" y="384048"/>
            <a:ext cx="8991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331720" y="411480"/>
            <a:ext cx="0" cy="914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627632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NUDE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아카시아 꽃 따 먹던 아이들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101465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101465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3852209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852209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2" name="사진 바탕 3"/>
          <p:cNvSpPr/>
          <p:nvPr/>
        </p:nvSpPr>
        <p:spPr>
          <a:xfrm>
            <a:off x="6602953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602953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6" name="사진 바탕 4"/>
          <p:cNvSpPr/>
          <p:nvPr/>
        </p:nvSpPr>
        <p:spPr>
          <a:xfrm>
            <a:off x="9353697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353697" y="2057400"/>
            <a:ext cx="1736532" cy="2019223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D1F0-D146-43EF-AC23-EC83CDED8B6F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6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엄마 카드"/>
          <p:cNvSpPr/>
          <p:nvPr/>
        </p:nvSpPr>
        <p:spPr>
          <a:xfrm>
            <a:off x="3482263" y="1828800"/>
            <a:ext cx="2476423" cy="412234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0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1" name="첫째 카드"/>
          <p:cNvSpPr/>
          <p:nvPr/>
        </p:nvSpPr>
        <p:spPr>
          <a:xfrm>
            <a:off x="6233007" y="1828800"/>
            <a:ext cx="2476423" cy="412234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4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  <p:sp>
        <p:nvSpPr>
          <p:cNvPr id="25" name="둘째 카드"/>
          <p:cNvSpPr/>
          <p:nvPr/>
        </p:nvSpPr>
        <p:spPr>
          <a:xfrm>
            <a:off x="8983751" y="1828800"/>
            <a:ext cx="2476423" cy="4122343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28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D622C-94E6-4DA0-89D5-BC1DC247D681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가족이 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아이가 태어난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가족 여행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6B8E-3166-486C-BFBB-131C61C3A47E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430A0-D950-4CF6-B0A9-8ACB1FC0EDC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B8CF0-4A79-4BF0-94A7-0F0A00A2D4C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NUDE  ·  FAMILY ALBUM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403531"/>
      </a:dk1>
      <a:lt1>
        <a:srgbClr val="FDFBF9"/>
      </a:lt1>
      <a:dk2>
        <a:srgbClr val="42302A"/>
      </a:dk2>
      <a:lt2>
        <a:srgbClr val="F8F1EA"/>
      </a:lt2>
      <a:accent1>
        <a:srgbClr val="A47F67"/>
      </a:accent1>
      <a:accent2>
        <a:srgbClr val="7B5A48"/>
      </a:accent2>
      <a:accent3>
        <a:srgbClr val="403531"/>
      </a:accent3>
      <a:accent4>
        <a:srgbClr val="E7DAD0"/>
      </a:accent4>
      <a:accent5>
        <a:srgbClr val="B89B7B"/>
      </a:accent5>
      <a:accent6>
        <a:srgbClr val="B39E91"/>
      </a:accent6>
      <a:hlink>
        <a:srgbClr val="42302A"/>
      </a:hlink>
      <a:folHlink>
        <a:srgbClr val="403531"/>
      </a:folHlink>
    </a:clrScheme>
    <a:fontScheme name="아이와 함께 가족 소개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