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2BBD04D-C9F8-4F6B-B9BE-F5A62F8A1D0C}">
          <p14:sldIdLst>
            <p14:sldId id="256"/>
          </p14:sldIdLst>
        </p14:section>
        <p14:section name="본문" id="{93E4EDA6-9060-468B-94B4-7E1F8AD40197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6CBF0B9F-AC6B-4A3A-9D68-26A4603466A8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BEB64BAA-7F88-4D41-BB44-3A095027328E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5D3D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FAAA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8FDBA641-ACF6-403F-A2A2-6A974122E244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95B9E0A4-BB89-48E3-8F02-2E64398DB359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NUDE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아카시아 꽃 따 먹던 아이들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아이와 함께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101465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101465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2"/>
          <p:cNvSpPr/>
          <p:nvPr/>
        </p:nvSpPr>
        <p:spPr>
          <a:xfrm>
            <a:off x="3852209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852209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2" name="사진 바탕 3"/>
          <p:cNvSpPr/>
          <p:nvPr/>
        </p:nvSpPr>
        <p:spPr>
          <a:xfrm>
            <a:off x="6602953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602953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6" name="사진 바탕 4"/>
          <p:cNvSpPr/>
          <p:nvPr/>
        </p:nvSpPr>
        <p:spPr>
          <a:xfrm>
            <a:off x="9353697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9353697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A37B7-9E3E-4B21-9EE5-74058CDAAF45}" type="slidenum">
              <a:rPr lang="en-US"/>
              <a:t>‹#›</a:t>
            </a:fld>
            <a:endParaRPr lang="en-US"/>
          </a:p>
        </p:txBody>
      </p:sp>
      <p:sp>
        <p:nvSpPr>
          <p:cNvPr id="13" name="아빠 카드"/>
          <p:cNvSpPr/>
          <p:nvPr/>
        </p:nvSpPr>
        <p:spPr>
          <a:xfrm>
            <a:off x="731520" y="1828800"/>
            <a:ext cx="2476423" cy="4122343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아빠 이름"/>
          <p:cNvSpPr txBox="1"/>
          <p:nvPr/>
        </p:nvSpPr>
        <p:spPr>
          <a:xfrm>
            <a:off x="731520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16" name="아빠 소개"/>
          <p:cNvSpPr txBox="1"/>
          <p:nvPr/>
        </p:nvSpPr>
        <p:spPr>
          <a:xfrm>
            <a:off x="822960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17" name="엄마 카드"/>
          <p:cNvSpPr/>
          <p:nvPr/>
        </p:nvSpPr>
        <p:spPr>
          <a:xfrm>
            <a:off x="3482263" y="1828800"/>
            <a:ext cx="2476423" cy="4122343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엄마 이름"/>
          <p:cNvSpPr txBox="1"/>
          <p:nvPr/>
        </p:nvSpPr>
        <p:spPr>
          <a:xfrm>
            <a:off x="3482263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20" name="엄마 소개"/>
          <p:cNvSpPr txBox="1"/>
          <p:nvPr/>
        </p:nvSpPr>
        <p:spPr>
          <a:xfrm>
            <a:off x="3573703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1" name="첫째 카드"/>
          <p:cNvSpPr/>
          <p:nvPr/>
        </p:nvSpPr>
        <p:spPr>
          <a:xfrm>
            <a:off x="6233007" y="1828800"/>
            <a:ext cx="2476423" cy="4122343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첫째 이름"/>
          <p:cNvSpPr txBox="1"/>
          <p:nvPr/>
        </p:nvSpPr>
        <p:spPr>
          <a:xfrm>
            <a:off x="6233007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첫째</a:t>
            </a:r>
          </a:p>
        </p:txBody>
      </p:sp>
      <p:sp>
        <p:nvSpPr>
          <p:cNvPr id="24" name="첫째 소개"/>
          <p:cNvSpPr txBox="1"/>
          <p:nvPr/>
        </p:nvSpPr>
        <p:spPr>
          <a:xfrm>
            <a:off x="6324447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자라서 되고 싶은 것</a:t>
            </a:r>
          </a:p>
        </p:txBody>
      </p:sp>
      <p:sp>
        <p:nvSpPr>
          <p:cNvPr id="25" name="둘째 카드"/>
          <p:cNvSpPr/>
          <p:nvPr/>
        </p:nvSpPr>
        <p:spPr>
          <a:xfrm>
            <a:off x="8983751" y="1828800"/>
            <a:ext cx="2476423" cy="4122343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7" name="둘째 이름"/>
          <p:cNvSpPr txBox="1"/>
          <p:nvPr/>
        </p:nvSpPr>
        <p:spPr>
          <a:xfrm>
            <a:off x="8983751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둘째</a:t>
            </a:r>
          </a:p>
        </p:txBody>
      </p:sp>
      <p:sp>
        <p:nvSpPr>
          <p:cNvPr id="28" name="둘째 소개"/>
          <p:cNvSpPr txBox="1"/>
          <p:nvPr/>
        </p:nvSpPr>
        <p:spPr>
          <a:xfrm>
            <a:off x="9075191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자라서 되고 싶은 것</a:t>
            </a:r>
          </a:p>
        </p:txBody>
      </p:sp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1BBD6-3761-4FA9-98E8-59957CD6DCAF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가족이 된 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시작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만난 날의 이야기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아이가 태어난 날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 식구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가족 여행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떠난 길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웃었던 순간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A401F-3E41-45CF-83E8-4502D8C1689E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103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밥은 꼭 함께 먹기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2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246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잠들기 전에 사랑한다고 말하기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18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389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주말에는 함께 산책하기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5E8DD0-ABB2-4BE1-9B6D-5A2CD8FF200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4B61-D4A6-4877-8A79-BE11F4EF11E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NUDE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아이와 함께 가족 소개">
  <a:themeElements>
    <a:clrScheme name="아이와 함께 가족 소개">
      <a:dk1>
        <a:srgbClr val="403531"/>
      </a:dk1>
      <a:lt1>
        <a:srgbClr val="FDFBF9"/>
      </a:lt1>
      <a:dk2>
        <a:srgbClr val="42302A"/>
      </a:dk2>
      <a:lt2>
        <a:srgbClr val="F8F1EA"/>
      </a:lt2>
      <a:accent1>
        <a:srgbClr val="A47F67"/>
      </a:accent1>
      <a:accent2>
        <a:srgbClr val="7B5A48"/>
      </a:accent2>
      <a:accent3>
        <a:srgbClr val="403531"/>
      </a:accent3>
      <a:accent4>
        <a:srgbClr val="E7DAD0"/>
      </a:accent4>
      <a:accent5>
        <a:srgbClr val="B89B7B"/>
      </a:accent5>
      <a:accent6>
        <a:srgbClr val="B39E91"/>
      </a:accent6>
      <a:hlink>
        <a:srgbClr val="42302A"/>
      </a:hlink>
      <a:folHlink>
        <a:srgbClr val="403531"/>
      </a:folHlink>
    </a:clrScheme>
    <a:fontScheme name="아이와 함께 가족 소개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>아이와 함께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