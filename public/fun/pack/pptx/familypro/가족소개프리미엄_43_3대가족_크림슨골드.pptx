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494802C-FD34-4D67-8614-1DBEB4BBCFCA}">
          <p14:sldIdLst>
            <p14:sldId id="256"/>
          </p14:sldIdLst>
        </p14:section>
        <p14:section name="본문" id="{A117F85C-B374-4142-B14C-750554DCB85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8967482-4892-4DF2-9FE2-88C451B9C49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2DD0930-AD49-4A3E-96B7-8D3FCA01DA00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5E0E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EC5C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7AA0B61-83FB-45D5-BFEB-30E323AABC0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E8C6879-F261-4733-A0B7-7CC3CC67EEA9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2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CRIMSON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CRIMSON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세배 끝나고 줄 서서 세뱃돈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960120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1102309" cy="1102309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2793949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793949" y="2057400"/>
            <a:ext cx="1102309" cy="1102309"/>
          </a:xfrm>
          <a:prstGeom prst="ellipse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4627778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627778" y="2057400"/>
            <a:ext cx="1102309" cy="1102309"/>
          </a:xfrm>
          <a:prstGeom prst="ellipse">
            <a:avLst/>
          </a:prstGeom>
        </p:spPr>
      </p:sp>
      <p:sp>
        <p:nvSpPr>
          <p:cNvPr id="26" name="사진 바탕 4"/>
          <p:cNvSpPr/>
          <p:nvPr/>
        </p:nvSpPr>
        <p:spPr>
          <a:xfrm>
            <a:off x="6461607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61607" y="2057400"/>
            <a:ext cx="1102309" cy="1102309"/>
          </a:xfrm>
          <a:prstGeom prst="ellipse">
            <a:avLst/>
          </a:prstGeom>
        </p:spPr>
      </p:sp>
      <p:sp>
        <p:nvSpPr>
          <p:cNvPr id="30" name="사진 바탕 5"/>
          <p:cNvSpPr/>
          <p:nvPr/>
        </p:nvSpPr>
        <p:spPr>
          <a:xfrm>
            <a:off x="8295436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295436" y="2057400"/>
            <a:ext cx="1102309" cy="1102309"/>
          </a:xfrm>
          <a:prstGeom prst="ellipse">
            <a:avLst/>
          </a:prstGeom>
        </p:spPr>
      </p:sp>
      <p:sp>
        <p:nvSpPr>
          <p:cNvPr id="34" name="사진 바탕 6"/>
          <p:cNvSpPr/>
          <p:nvPr/>
        </p:nvSpPr>
        <p:spPr>
          <a:xfrm>
            <a:off x="10129265" y="2057400"/>
            <a:ext cx="1102309" cy="110230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129265" y="2057400"/>
            <a:ext cx="1102309" cy="1102309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51A1D-1A40-4929-9BC6-16B36B3372FF}" type="slidenum">
              <a:rPr lang="en-US"/>
              <a:t>‹#›</a:t>
            </a:fld>
            <a:endParaRPr lang="en-US"/>
          </a:p>
        </p:txBody>
      </p:sp>
      <p:sp>
        <p:nvSpPr>
          <p:cNvPr id="13" name="할아버지 카드"/>
          <p:cNvSpPr/>
          <p:nvPr/>
        </p:nvSpPr>
        <p:spPr>
          <a:xfrm>
            <a:off x="731520" y="1828800"/>
            <a:ext cx="1559509" cy="3205429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6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17" name="할머니 카드"/>
          <p:cNvSpPr/>
          <p:nvPr/>
        </p:nvSpPr>
        <p:spPr>
          <a:xfrm>
            <a:off x="2565349" y="1828800"/>
            <a:ext cx="1559509" cy="3205429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0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21" name="아빠 카드"/>
          <p:cNvSpPr/>
          <p:nvPr/>
        </p:nvSpPr>
        <p:spPr>
          <a:xfrm>
            <a:off x="4399178" y="1828800"/>
            <a:ext cx="1559509" cy="3205429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4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5" name="엄마 카드"/>
          <p:cNvSpPr/>
          <p:nvPr/>
        </p:nvSpPr>
        <p:spPr>
          <a:xfrm>
            <a:off x="6233007" y="1828800"/>
            <a:ext cx="1559509" cy="3205429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8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9" name="큰아이 카드"/>
          <p:cNvSpPr/>
          <p:nvPr/>
        </p:nvSpPr>
        <p:spPr>
          <a:xfrm>
            <a:off x="8066836" y="1828800"/>
            <a:ext cx="1559509" cy="3205429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1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2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  <p:sp>
        <p:nvSpPr>
          <p:cNvPr id="33" name="작은아이 카드"/>
          <p:cNvSpPr/>
          <p:nvPr/>
        </p:nvSpPr>
        <p:spPr>
          <a:xfrm>
            <a:off x="9900665" y="1828800"/>
            <a:ext cx="1559509" cy="3205429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5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36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E1725-B63E-440B-B7B5-3C0F1EB4D6FB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할아버지 할머니의 이야기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부모가 된 날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온 가족 모임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A4F14-B09C-471E-8B2D-72E3B77D76A6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57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960120" y="3200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960120" y="4343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81B2-A2E4-4DC2-A6D2-3587208C0A4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2F06E-5405-4CB5-A3E7-248C42DA357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CRIMSON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CRIMSON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48373A"/>
      </a:dk1>
      <a:lt1>
        <a:srgbClr val="FEFCFB"/>
      </a:lt1>
      <a:dk2>
        <a:srgbClr val="3A0F16"/>
      </a:dk2>
      <a:lt2>
        <a:srgbClr val="FAF3F1"/>
      </a:lt2>
      <a:accent1>
        <a:srgbClr val="B3202F"/>
      </a:accent1>
      <a:accent2>
        <a:srgbClr val="1F2A44"/>
      </a:accent2>
      <a:accent3>
        <a:srgbClr val="8B7478"/>
      </a:accent3>
      <a:accent4>
        <a:srgbClr val="ECC9CA"/>
      </a:accent4>
      <a:accent5>
        <a:srgbClr val="C6A15B"/>
      </a:accent5>
      <a:accent6>
        <a:srgbClr val="828492"/>
      </a:accent6>
      <a:hlink>
        <a:srgbClr val="3A0F16"/>
      </a:hlink>
      <a:folHlink>
        <a:srgbClr val="8B7478"/>
      </a:folHlink>
    </a:clrScheme>
    <a:fontScheme name="3대 가족 가족 소개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