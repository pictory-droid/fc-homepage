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1219169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시작" id="{6B91A8C6-00C8-4F34-ADAF-CDD43A2FE49E}">
          <p14:sldIdLst>
            <p14:sldId id="256"/>
          </p14:sldIdLst>
        </p14:section>
        <p14:section name="본문" id="{435B838B-A0F5-4DC1-9826-2D69C498A355}">
          <p14:sldIdLst>
            <p14:sldId id="257"/>
            <p14:sldId id="258"/>
            <p14:sldId id="259"/>
            <p14:sldId id="260"/>
            <p14:sldId id="261"/>
          </p14:sldIdLst>
        </p14:section>
        <p14:section name="마무리" id="{7D347B32-CF96-456C-9CA9-BF34574693F0}">
          <p14:sldIdLst>
            <p14:sldId id="262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표지입니다. 제목·글은 눌러서 바로 고치세요. 사진 자리는 가운데 아이콘을 누르면 사진을 넣을 수 있고, 모양에 맞춰 자동으로 잘려요. 색·글꼴은 [디자인 &gt; 변형]에서 한 번에 바꿀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사진 자리의 아이콘을 눌러 가족 사진을 넣으세요. 이름·소개 글은 눌러서 고칩니다.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때·제목·내용을 고치세요. 단계는 복사해서 늘릴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가족끼리 정한 약속을 적어 보세요.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사진 자리를 눌러 사진을 넣으세요.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가족에게 전하고 싶은 한마디를 적어 보세요.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글은 눌러서 바로 고치세요. 사진 자리는 가운데 아이콘을 누르면 사진을 넣을 수 있어요. 색·글꼴은 [디자인 &gt; 변형]에서 한 번에 바꿀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">
    <p:bg>
      <p:bgPr>
        <a:pattFill prst="pct5">
          <a:fgClr>
            <a:schemeClr val="accent1">
              <a:lumMod val="10000"/>
              <a:lumOff val="90000"/>
            </a:schemeClr>
          </a:fgClr>
          <a:bgClr>
            <a:schemeClr val="bg2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세로 글씨"/>
          <p:cNvSpPr>
            <a:spLocks noGrp="1"/>
          </p:cNvSpPr>
          <p:nvPr>
            <p:ph type="body" sz="quarter" idx="12"/>
          </p:nvPr>
        </p:nvSpPr>
        <p:spPr>
          <a:xfrm>
            <a:off x="274320" y="822959"/>
            <a:ext cx="822960" cy="5212080"/>
          </a:xfrm>
          <a:noFill/>
        </p:spPr>
        <p:txBody>
          <a:bodyPr lIns="45720" rIns="45720" tIns="27432" bIns="27432" anchor="ctr" vert="vert270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4000" b="0" spc="900">
                <a:solidFill>
                  <a:srgbClr val="FFFFFF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세로 글씨</a:t>
            </a:r>
          </a:p>
        </p:txBody>
      </p:sp>
      <p:sp>
        <p:nvSpPr>
          <p:cNvPr id="102" name="영문 라벨"/>
          <p:cNvSpPr>
            <a:spLocks noGrp="1"/>
          </p:cNvSpPr>
          <p:nvPr>
            <p:ph type="body" sz="quarter" idx="10"/>
          </p:nvPr>
        </p:nvSpPr>
        <p:spPr>
          <a:xfrm>
            <a:off x="3657508" y="1645920"/>
            <a:ext cx="7558851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3" name="제목"/>
          <p:cNvSpPr>
            <a:spLocks noGrp="1"/>
          </p:cNvSpPr>
          <p:nvPr>
            <p:ph type="ctrTitle"/>
          </p:nvPr>
        </p:nvSpPr>
        <p:spPr>
          <a:xfrm>
            <a:off x="3657508" y="2029968"/>
            <a:ext cx="7558851" cy="16002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02000"/>
              </a:lnSpc>
              <a:spcBef>
                <a:spcPts val="0"/>
              </a:spcBef>
              <a:buNone/>
              <a:defRPr sz="44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4" name="한 줄 문구"/>
          <p:cNvSpPr>
            <a:spLocks noGrp="1"/>
          </p:cNvSpPr>
          <p:nvPr>
            <p:ph type="subTitle" idx="1"/>
          </p:nvPr>
        </p:nvSpPr>
        <p:spPr>
          <a:xfrm>
            <a:off x="3657508" y="3703320"/>
            <a:ext cx="7558851" cy="73152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5" name="안내 문구"/>
          <p:cNvSpPr>
            <a:spLocks noGrp="1"/>
          </p:cNvSpPr>
          <p:nvPr>
            <p:ph type="body" sz="quarter" idx="11"/>
          </p:nvPr>
        </p:nvSpPr>
        <p:spPr>
          <a:xfrm>
            <a:off x="3657508" y="4480559"/>
            <a:ext cx="7558851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sp>
        <p:nvSpPr>
          <p:cNvPr id="2" name="막대 1"/>
          <p:cNvSpPr/>
          <p:nvPr/>
        </p:nvSpPr>
        <p:spPr>
          <a:xfrm>
            <a:off x="0" y="0"/>
            <a:ext cx="13716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막대 2"/>
          <p:cNvSpPr/>
          <p:nvPr/>
        </p:nvSpPr>
        <p:spPr>
          <a:xfrm>
            <a:off x="1371600" y="0"/>
            <a:ext cx="777240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막대 3"/>
          <p:cNvSpPr/>
          <p:nvPr/>
        </p:nvSpPr>
        <p:spPr>
          <a:xfrm>
            <a:off x="2148840" y="0"/>
            <a:ext cx="457200" cy="68580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막대 4"/>
          <p:cNvSpPr/>
          <p:nvPr/>
        </p:nvSpPr>
        <p:spPr>
          <a:xfrm>
            <a:off x="2606040" y="0"/>
            <a:ext cx="274320" cy="6858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막대 5"/>
          <p:cNvSpPr/>
          <p:nvPr/>
        </p:nvSpPr>
        <p:spPr>
          <a:xfrm>
            <a:off x="2880360" y="0"/>
            <a:ext cx="137160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">
    <p:bg>
      <p:bgPr>
        <a:pattFill prst="pct5">
          <a:fgClr>
            <a:schemeClr val="accent1">
              <a:lumMod val="10000"/>
              <a:lumOff val="90000"/>
            </a:schemeClr>
          </a:fgClr>
          <a:bgClr>
            <a:schemeClr val="bg2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제목"/>
          <p:cNvSpPr>
            <a:spLocks noGrp="1"/>
          </p:cNvSpPr>
          <p:nvPr>
            <p:ph type="title"/>
          </p:nvPr>
        </p:nvSpPr>
        <p:spPr>
          <a:xfrm>
            <a:off x="731520" y="320040"/>
            <a:ext cx="7802684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2800" b="0" spc="0">
                <a:solidFill>
                  <a:srgbClr val="FFFFFF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2" name="영문 라벨"/>
          <p:cNvSpPr>
            <a:spLocks noGrp="1"/>
          </p:cNvSpPr>
          <p:nvPr>
            <p:ph type="body" sz="quarter" idx="10"/>
          </p:nvPr>
        </p:nvSpPr>
        <p:spPr>
          <a:xfrm>
            <a:off x="8534204" y="502920"/>
            <a:ext cx="2925970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3" name="쪽 번호"/>
          <p:cNvSpPr>
            <a:spLocks noGrp="1"/>
          </p:cNvSpPr>
          <p:nvPr>
            <p:ph type="sldNum" sz="quarter" idx="12"/>
          </p:nvPr>
        </p:nvSpPr>
        <p:spPr>
          <a:xfrm>
            <a:off x="10545775" y="6309360"/>
            <a:ext cx="914400" cy="36576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000" b="0" spc="20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fld id="{CA0C9DD5-69A7-4677-B3F6-4F710D795B75}" type="slidenum">
              <a:rPr lang="en-US"/>
              <a:t>‹#›</a:t>
            </a:fld>
          </a:p>
        </p:txBody>
      </p:sp>
      <p:sp>
        <p:nvSpPr>
          <p:cNvPr id="2" name="머리 띠"/>
          <p:cNvSpPr/>
          <p:nvPr/>
        </p:nvSpPr>
        <p:spPr>
          <a:xfrm>
            <a:off x="0" y="0"/>
            <a:ext cx="12191695" cy="1371600"/>
          </a:xfrm>
          <a:prstGeom prst="rect">
            <a:avLst/>
          </a:prstGeom>
          <a:gradFill rotWithShape="1">
            <a:gsLst>
              <a:gs pos="0">
                <a:schemeClr val="accent3"/>
              </a:gs>
              <a:gs pos="100000">
                <a:schemeClr val="tx2"/>
              </a:gs>
            </a:gsLst>
            <a:lin ang="0" scaled="0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0" y="1371600"/>
            <a:ext cx="12191695" cy="0"/>
          </a:xfrm>
          <a:prstGeom prst="line">
            <a:avLst/>
          </a:prstGeom>
          <a:ln w="19050" cap="rnd">
            <a:solidFill>
              <a:schemeClr val="accent2"/>
            </a:solidFill>
          </a:ln>
        </p:spPr>
      </p:cxn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마무리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세로 글씨"/>
          <p:cNvSpPr>
            <a:spLocks noGrp="1"/>
          </p:cNvSpPr>
          <p:nvPr>
            <p:ph type="body" sz="quarter" idx="12"/>
          </p:nvPr>
        </p:nvSpPr>
        <p:spPr>
          <a:xfrm>
            <a:off x="274320" y="822959"/>
            <a:ext cx="822960" cy="5212080"/>
          </a:xfrm>
          <a:noFill/>
        </p:spPr>
        <p:txBody>
          <a:bodyPr lIns="45720" rIns="45720" tIns="27432" bIns="27432" anchor="ctr" vert="vert270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4000" b="0" spc="900">
                <a:solidFill>
                  <a:srgbClr val="FFFFFF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세로 글씨</a:t>
            </a:r>
          </a:p>
        </p:txBody>
      </p:sp>
      <p:sp>
        <p:nvSpPr>
          <p:cNvPr id="102" name="영문 라벨"/>
          <p:cNvSpPr>
            <a:spLocks noGrp="1"/>
          </p:cNvSpPr>
          <p:nvPr>
            <p:ph type="body" sz="quarter" idx="10"/>
          </p:nvPr>
        </p:nvSpPr>
        <p:spPr>
          <a:xfrm>
            <a:off x="3657508" y="1645920"/>
            <a:ext cx="7558851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3" name="제목"/>
          <p:cNvSpPr>
            <a:spLocks noGrp="1"/>
          </p:cNvSpPr>
          <p:nvPr>
            <p:ph type="title"/>
          </p:nvPr>
        </p:nvSpPr>
        <p:spPr>
          <a:xfrm>
            <a:off x="3657508" y="2029968"/>
            <a:ext cx="7558851" cy="16002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02000"/>
              </a:lnSpc>
              <a:spcBef>
                <a:spcPts val="0"/>
              </a:spcBef>
              <a:buNone/>
              <a:defRPr sz="4400" b="0" spc="0">
                <a:solidFill>
                  <a:srgbClr val="FFFFFF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4" name="한 줄 문구"/>
          <p:cNvSpPr>
            <a:spLocks noGrp="1"/>
          </p:cNvSpPr>
          <p:nvPr>
            <p:ph type="subTitle" idx="1"/>
          </p:nvPr>
        </p:nvSpPr>
        <p:spPr>
          <a:xfrm>
            <a:off x="3657508" y="3703320"/>
            <a:ext cx="7558851" cy="73152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rgbClr val="E5E0E1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5" name="안내 문구"/>
          <p:cNvSpPr>
            <a:spLocks noGrp="1"/>
          </p:cNvSpPr>
          <p:nvPr>
            <p:ph type="body" sz="quarter" idx="11"/>
          </p:nvPr>
        </p:nvSpPr>
        <p:spPr>
          <a:xfrm>
            <a:off x="3657508" y="4480559"/>
            <a:ext cx="7558851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rgbClr val="CEC5C6"/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sp>
        <p:nvSpPr>
          <p:cNvPr id="2" name="막대 1"/>
          <p:cNvSpPr/>
          <p:nvPr/>
        </p:nvSpPr>
        <p:spPr>
          <a:xfrm>
            <a:off x="0" y="0"/>
            <a:ext cx="13716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막대 2"/>
          <p:cNvSpPr/>
          <p:nvPr/>
        </p:nvSpPr>
        <p:spPr>
          <a:xfrm>
            <a:off x="1371600" y="0"/>
            <a:ext cx="777240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막대 3"/>
          <p:cNvSpPr/>
          <p:nvPr/>
        </p:nvSpPr>
        <p:spPr>
          <a:xfrm>
            <a:off x="2148840" y="0"/>
            <a:ext cx="457200" cy="68580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막대 4"/>
          <p:cNvSpPr/>
          <p:nvPr/>
        </p:nvSpPr>
        <p:spPr>
          <a:xfrm>
            <a:off x="2606040" y="0"/>
            <a:ext cx="27432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막대 5"/>
          <p:cNvSpPr/>
          <p:nvPr/>
        </p:nvSpPr>
        <p:spPr>
          <a:xfrm>
            <a:off x="2880360" y="0"/>
            <a:ext cx="137160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 + 사진">
    <p:bg>
      <p:bgPr>
        <a:pattFill prst="pct5">
          <a:fgClr>
            <a:schemeClr val="accent1">
              <a:lumMod val="10000"/>
              <a:lumOff val="90000"/>
            </a:schemeClr>
          </a:fgClr>
          <a:bgClr>
            <a:schemeClr val="bg2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제목"/>
          <p:cNvSpPr>
            <a:spLocks noGrp="1"/>
          </p:cNvSpPr>
          <p:nvPr>
            <p:ph type="title"/>
          </p:nvPr>
        </p:nvSpPr>
        <p:spPr>
          <a:xfrm>
            <a:off x="731520" y="320040"/>
            <a:ext cx="7802684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2800" b="0" spc="0">
                <a:solidFill>
                  <a:srgbClr val="FFFFFF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2" name="영문 라벨"/>
          <p:cNvSpPr>
            <a:spLocks noGrp="1"/>
          </p:cNvSpPr>
          <p:nvPr>
            <p:ph type="body" sz="quarter" idx="10"/>
          </p:nvPr>
        </p:nvSpPr>
        <p:spPr>
          <a:xfrm>
            <a:off x="8534204" y="502920"/>
            <a:ext cx="2925970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3" name="쪽 번호"/>
          <p:cNvSpPr>
            <a:spLocks noGrp="1"/>
          </p:cNvSpPr>
          <p:nvPr>
            <p:ph type="sldNum" sz="quarter" idx="12"/>
          </p:nvPr>
        </p:nvSpPr>
        <p:spPr>
          <a:xfrm>
            <a:off x="10545775" y="6309360"/>
            <a:ext cx="914400" cy="36576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000" b="0" spc="20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fld id="{24AE7870-4B02-45E7-9DAA-6AF9FDB50336}" type="slidenum">
              <a:rPr lang="en-US"/>
              <a:t>‹#›</a:t>
            </a:fld>
          </a:p>
        </p:txBody>
      </p:sp>
      <p:sp>
        <p:nvSpPr>
          <p:cNvPr id="104" name="사진 1"/>
          <p:cNvSpPr>
            <a:spLocks noGrp="1"/>
          </p:cNvSpPr>
          <p:nvPr>
            <p:ph type="pic" sz="quarter" idx="13"/>
          </p:nvPr>
        </p:nvSpPr>
        <p:spPr>
          <a:xfrm>
            <a:off x="7315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5" name="사진 2"/>
          <p:cNvSpPr>
            <a:spLocks noGrp="1"/>
          </p:cNvSpPr>
          <p:nvPr>
            <p:ph type="pic" sz="quarter" idx="14"/>
          </p:nvPr>
        </p:nvSpPr>
        <p:spPr>
          <a:xfrm>
            <a:off x="21031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6" name="사진 3"/>
          <p:cNvSpPr>
            <a:spLocks noGrp="1"/>
          </p:cNvSpPr>
          <p:nvPr>
            <p:ph type="pic" sz="quarter" idx="15"/>
          </p:nvPr>
        </p:nvSpPr>
        <p:spPr>
          <a:xfrm>
            <a:off x="34747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7" name="사진 4"/>
          <p:cNvSpPr>
            <a:spLocks noGrp="1"/>
          </p:cNvSpPr>
          <p:nvPr>
            <p:ph type="pic" sz="quarter" idx="16"/>
          </p:nvPr>
        </p:nvSpPr>
        <p:spPr>
          <a:xfrm>
            <a:off x="48463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8" name="사진 5"/>
          <p:cNvSpPr>
            <a:spLocks noGrp="1"/>
          </p:cNvSpPr>
          <p:nvPr>
            <p:ph type="pic" sz="quarter" idx="17"/>
          </p:nvPr>
        </p:nvSpPr>
        <p:spPr>
          <a:xfrm>
            <a:off x="7315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9" name="사진 6"/>
          <p:cNvSpPr>
            <a:spLocks noGrp="1"/>
          </p:cNvSpPr>
          <p:nvPr>
            <p:ph type="pic" sz="quarter" idx="18"/>
          </p:nvPr>
        </p:nvSpPr>
        <p:spPr>
          <a:xfrm>
            <a:off x="21031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0" name="사진 7"/>
          <p:cNvSpPr>
            <a:spLocks noGrp="1"/>
          </p:cNvSpPr>
          <p:nvPr>
            <p:ph type="pic" sz="quarter" idx="19"/>
          </p:nvPr>
        </p:nvSpPr>
        <p:spPr>
          <a:xfrm>
            <a:off x="34747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1" name="사진 8"/>
          <p:cNvSpPr>
            <a:spLocks noGrp="1"/>
          </p:cNvSpPr>
          <p:nvPr>
            <p:ph type="pic" sz="quarter" idx="20"/>
          </p:nvPr>
        </p:nvSpPr>
        <p:spPr>
          <a:xfrm>
            <a:off x="48463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2" name="머리 띠"/>
          <p:cNvSpPr/>
          <p:nvPr/>
        </p:nvSpPr>
        <p:spPr>
          <a:xfrm>
            <a:off x="0" y="0"/>
            <a:ext cx="12191695" cy="1371600"/>
          </a:xfrm>
          <a:prstGeom prst="rect">
            <a:avLst/>
          </a:prstGeom>
          <a:gradFill rotWithShape="1">
            <a:gsLst>
              <a:gs pos="0">
                <a:schemeClr val="accent3"/>
              </a:gs>
              <a:gs pos="100000">
                <a:schemeClr val="tx2"/>
              </a:gs>
            </a:gsLst>
            <a:lin ang="0" scaled="0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0" y="1371600"/>
            <a:ext cx="12191695" cy="0"/>
          </a:xfrm>
          <a:prstGeom prst="line">
            <a:avLst/>
          </a:prstGeom>
          <a:ln w="19050" cap="rnd">
            <a:solidFill>
              <a:schemeClr val="accent2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한 문장">
    <p:bg>
      <p:bgPr>
        <a:pattFill prst="pct5">
          <a:fgClr>
            <a:schemeClr val="accent1">
              <a:lumMod val="10000"/>
              <a:lumOff val="90000"/>
            </a:schemeClr>
          </a:fgClr>
          <a:bgClr>
            <a:schemeClr val="bg2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731520" y="73152"/>
            <a:ext cx="1072865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쪽 번호"/>
          <p:cNvSpPr>
            <a:spLocks noGrp="1"/>
          </p:cNvSpPr>
          <p:nvPr>
            <p:ph type="sldNum" sz="quarter" idx="12"/>
          </p:nvPr>
        </p:nvSpPr>
        <p:spPr>
          <a:xfrm>
            <a:off x="10545775" y="6309360"/>
            <a:ext cx="914400" cy="36576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000" b="0" spc="20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fld id="{45D4B652-6ACD-4362-87A5-600A78823A8F}" type="slidenum">
              <a:rPr lang="en-US"/>
              <a:t>‹#›</a:t>
            </a:fld>
          </a:p>
        </p:txBody>
      </p:sp>
      <p:sp>
        <p:nvSpPr>
          <p:cNvPr id="103" name="한 문장"/>
          <p:cNvSpPr>
            <a:spLocks noGrp="1"/>
          </p:cNvSpPr>
          <p:nvPr>
            <p:ph type="title"/>
          </p:nvPr>
        </p:nvSpPr>
        <p:spPr>
          <a:xfrm>
            <a:off x="1463003" y="2331720"/>
            <a:ext cx="9265688" cy="233172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30000"/>
              </a:lnSpc>
              <a:spcBef>
                <a:spcPts val="0"/>
              </a:spcBef>
              <a:buNone/>
              <a:defRPr sz="34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한 문장으로 말하면</a:t>
            </a:r>
          </a:p>
        </p:txBody>
      </p:sp>
      <p:sp>
        <p:nvSpPr>
          <p:cNvPr id="2" name="머리 띠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gradFill rotWithShape="1">
            <a:gsLst>
              <a:gs pos="0">
                <a:schemeClr val="accent3"/>
              </a:gs>
              <a:gs pos="100000">
                <a:schemeClr val="tx2"/>
              </a:gs>
            </a:gsLst>
            <a:lin ang="0" scaled="0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0" y="457200"/>
            <a:ext cx="12191695" cy="0"/>
          </a:xfrm>
          <a:prstGeom prst="line">
            <a:avLst/>
          </a:prstGeom>
          <a:ln w="19050" cap="rnd">
            <a:solidFill>
              <a:schemeClr val="accent2"/>
            </a:solidFill>
          </a:ln>
        </p:spPr>
      </p:cxnSp>
      <p:grpSp>
        <p:nvGrpSpPr>
          <p:cNvPr id="4" name="따옴표 장식"/>
          <p:cNvGrpSpPr/>
          <p:nvPr/>
        </p:nvGrpSpPr>
        <p:grpSpPr>
          <a:xfrm>
            <a:off x="5592927" y="1520189"/>
            <a:ext cx="1005840" cy="251460"/>
            <a:chOff x="5592927" y="1520189"/>
            <a:chExt cx="1005840" cy="251460"/>
          </a:xfrm>
        </p:grpSpPr>
        <p:sp>
          <p:nvSpPr>
            <p:cNvPr id="5" name="Diamond 4"/>
            <p:cNvSpPr/>
            <p:nvPr/>
          </p:nvSpPr>
          <p:spPr>
            <a:xfrm>
              <a:off x="5970117" y="1520189"/>
              <a:ext cx="251460" cy="251460"/>
            </a:xfrm>
            <a:prstGeom prst="diamond">
              <a:avLst/>
            </a:prstGeom>
            <a:solidFill>
              <a:schemeClr val="accent5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6" name="Connector 5"/>
            <p:cNvCxnSpPr/>
            <p:nvPr/>
          </p:nvCxnSpPr>
          <p:spPr>
            <a:xfrm>
              <a:off x="5592927" y="1645919"/>
              <a:ext cx="297180" cy="0"/>
            </a:xfrm>
            <a:prstGeom prst="line">
              <a:avLst/>
            </a:prstGeom>
            <a:ln w="9525" cap="rnd">
              <a:solidFill>
                <a:schemeClr val="accent5"/>
              </a:solidFill>
            </a:ln>
          </p:spPr>
        </p:cxnSp>
        <p:cxnSp>
          <p:nvCxnSpPr>
            <p:cNvPr id="7" name="Connector 6"/>
            <p:cNvCxnSpPr/>
            <p:nvPr/>
          </p:nvCxnSpPr>
          <p:spPr>
            <a:xfrm>
              <a:off x="6301587" y="1645919"/>
              <a:ext cx="297180" cy="0"/>
            </a:xfrm>
            <a:prstGeom prst="line">
              <a:avLst/>
            </a:prstGeom>
            <a:ln w="9525" cap="rnd">
              <a:solidFill>
                <a:schemeClr val="accent5"/>
              </a:solidFill>
            </a:ln>
          </p:spPr>
        </p:cxnSp>
      </p:grpSp>
      <p:cxnSp>
        <p:nvCxnSpPr>
          <p:cNvPr id="8" name="Connector 7"/>
          <p:cNvCxnSpPr/>
          <p:nvPr/>
        </p:nvCxnSpPr>
        <p:spPr>
          <a:xfrm>
            <a:off x="5547207" y="5349240"/>
            <a:ext cx="1097280" cy="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sp>
        <p:nvSpPr>
          <p:cNvPr id="9" name="Diamond 8"/>
          <p:cNvSpPr/>
          <p:nvPr/>
        </p:nvSpPr>
        <p:spPr>
          <a:xfrm>
            <a:off x="6036411" y="5289804"/>
            <a:ext cx="118872" cy="118872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4" r:id="rId6"/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rPr lang="ko-KR"/>
              <a:t>CRIMSON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CRIMSON  ·  FAMILY ALBUM</a:t>
            </a:r>
          </a:p>
        </p:txBody>
      </p:sp>
      <p:sp>
        <p:nvSpPr>
          <p:cNvPr id="4" name="Title 3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/>
              <a:t>우리 가족을 소개합니다</a:t>
            </a:r>
          </a:p>
        </p:txBody>
      </p:sp>
      <p:sp>
        <p:nvSpPr>
          <p:cNvPr id="5" name="Subtitle 4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세배 끝나고 줄 서서 세뱃돈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3대 가족 · 날짜 입력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가족 구성원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MEMBERS</a:t>
            </a:r>
          </a:p>
        </p:txBody>
      </p:sp>
      <p:sp>
        <p:nvSpPr>
          <p:cNvPr id="14" name="사진 바탕 1"/>
          <p:cNvSpPr/>
          <p:nvPr/>
        </p:nvSpPr>
        <p:spPr>
          <a:xfrm>
            <a:off x="960120" y="2057400"/>
            <a:ext cx="1102309" cy="1102309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</a:t>
            </a:r>
          </a:p>
        </p:txBody>
      </p:sp>
      <p:sp>
        <p:nvSpPr>
          <p:cNvPr id="4" name="Picture Placeholder 3" descr="사진 자리 — 아이콘을 누르면 사진을 넣을 수 있어요"/>
          <p:cNvSpPr>
            <a:spLocks noGrp="1"/>
          </p:cNvSpPr>
          <p:nvPr>
            <p:ph type="pic" idx="13" sz="quarter"/>
          </p:nvPr>
        </p:nvSpPr>
        <p:spPr>
          <a:xfrm>
            <a:off x="960120" y="2057400"/>
            <a:ext cx="1102309" cy="1102309"/>
          </a:xfrm>
          <a:prstGeom prst="ellipse">
            <a:avLst/>
          </a:prstGeom>
        </p:spPr>
      </p:sp>
      <p:sp>
        <p:nvSpPr>
          <p:cNvPr id="18" name="사진 바탕 2"/>
          <p:cNvSpPr/>
          <p:nvPr/>
        </p:nvSpPr>
        <p:spPr>
          <a:xfrm>
            <a:off x="2793949" y="2057400"/>
            <a:ext cx="1102309" cy="1102309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</a:t>
            </a:r>
          </a:p>
        </p:txBody>
      </p:sp>
      <p:sp>
        <p:nvSpPr>
          <p:cNvPr id="5" name="Picture Placeholder 4" descr="사진 자리 — 아이콘을 누르면 사진을 넣을 수 있어요"/>
          <p:cNvSpPr>
            <a:spLocks noGrp="1"/>
          </p:cNvSpPr>
          <p:nvPr>
            <p:ph type="pic" idx="14" sz="quarter"/>
          </p:nvPr>
        </p:nvSpPr>
        <p:spPr>
          <a:xfrm>
            <a:off x="2793949" y="2057400"/>
            <a:ext cx="1102309" cy="1102309"/>
          </a:xfrm>
          <a:prstGeom prst="ellipse">
            <a:avLst/>
          </a:prstGeom>
        </p:spPr>
      </p:sp>
      <p:sp>
        <p:nvSpPr>
          <p:cNvPr id="22" name="사진 바탕 3"/>
          <p:cNvSpPr/>
          <p:nvPr/>
        </p:nvSpPr>
        <p:spPr>
          <a:xfrm>
            <a:off x="4627778" y="2057400"/>
            <a:ext cx="1102309" cy="1102309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</a:t>
            </a:r>
          </a:p>
        </p:txBody>
      </p:sp>
      <p:sp>
        <p:nvSpPr>
          <p:cNvPr id="6" name="Picture Placeholder 5" descr="사진 자리 — 아이콘을 누르면 사진을 넣을 수 있어요"/>
          <p:cNvSpPr>
            <a:spLocks noGrp="1"/>
          </p:cNvSpPr>
          <p:nvPr>
            <p:ph type="pic" idx="15" sz="quarter"/>
          </p:nvPr>
        </p:nvSpPr>
        <p:spPr>
          <a:xfrm>
            <a:off x="4627778" y="2057400"/>
            <a:ext cx="1102309" cy="1102309"/>
          </a:xfrm>
          <a:prstGeom prst="ellipse">
            <a:avLst/>
          </a:prstGeom>
        </p:spPr>
      </p:sp>
      <p:sp>
        <p:nvSpPr>
          <p:cNvPr id="26" name="사진 바탕 4"/>
          <p:cNvSpPr/>
          <p:nvPr/>
        </p:nvSpPr>
        <p:spPr>
          <a:xfrm>
            <a:off x="6461607" y="2057400"/>
            <a:ext cx="1102309" cy="1102309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</a:t>
            </a:r>
          </a:p>
        </p:txBody>
      </p:sp>
      <p:sp>
        <p:nvSpPr>
          <p:cNvPr id="7" name="Picture Placeholder 6" descr="사진 자리 — 아이콘을 누르면 사진을 넣을 수 있어요"/>
          <p:cNvSpPr>
            <a:spLocks noGrp="1"/>
          </p:cNvSpPr>
          <p:nvPr>
            <p:ph type="pic" idx="16" sz="quarter"/>
          </p:nvPr>
        </p:nvSpPr>
        <p:spPr>
          <a:xfrm>
            <a:off x="6461607" y="2057400"/>
            <a:ext cx="1102309" cy="1102309"/>
          </a:xfrm>
          <a:prstGeom prst="ellipse">
            <a:avLst/>
          </a:prstGeom>
        </p:spPr>
      </p:sp>
      <p:sp>
        <p:nvSpPr>
          <p:cNvPr id="30" name="사진 바탕 5"/>
          <p:cNvSpPr/>
          <p:nvPr/>
        </p:nvSpPr>
        <p:spPr>
          <a:xfrm>
            <a:off x="8295436" y="2057400"/>
            <a:ext cx="1102309" cy="1102309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</a:t>
            </a:r>
          </a:p>
        </p:txBody>
      </p:sp>
      <p:sp>
        <p:nvSpPr>
          <p:cNvPr id="8" name="Picture Placeholder 7" descr="사진 자리 — 아이콘을 누르면 사진을 넣을 수 있어요"/>
          <p:cNvSpPr>
            <a:spLocks noGrp="1"/>
          </p:cNvSpPr>
          <p:nvPr>
            <p:ph type="pic" idx="17" sz="quarter"/>
          </p:nvPr>
        </p:nvSpPr>
        <p:spPr>
          <a:xfrm>
            <a:off x="8295436" y="2057400"/>
            <a:ext cx="1102309" cy="1102309"/>
          </a:xfrm>
          <a:prstGeom prst="ellipse">
            <a:avLst/>
          </a:prstGeom>
        </p:spPr>
      </p:sp>
      <p:sp>
        <p:nvSpPr>
          <p:cNvPr id="34" name="사진 바탕 6"/>
          <p:cNvSpPr/>
          <p:nvPr/>
        </p:nvSpPr>
        <p:spPr>
          <a:xfrm>
            <a:off x="10129265" y="2057400"/>
            <a:ext cx="1102309" cy="1102309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</a:t>
            </a:r>
          </a:p>
        </p:txBody>
      </p:sp>
      <p:sp>
        <p:nvSpPr>
          <p:cNvPr id="9" name="Picture Placeholder 8" descr="사진 자리 — 아이콘을 누르면 사진을 넣을 수 있어요"/>
          <p:cNvSpPr>
            <a:spLocks noGrp="1"/>
          </p:cNvSpPr>
          <p:nvPr>
            <p:ph type="pic" idx="18" sz="quarter"/>
          </p:nvPr>
        </p:nvSpPr>
        <p:spPr>
          <a:xfrm>
            <a:off x="10129265" y="2057400"/>
            <a:ext cx="1102309" cy="1102309"/>
          </a:xfrm>
          <a:prstGeom prst="ellipse">
            <a:avLst/>
          </a:prstGeom>
        </p:spPr>
      </p:sp>
      <p:sp>
        <p:nvSpPr>
          <p:cNvPr id="12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4C9668-3CDF-4CDF-BAE7-C45B17A66F8F}" type="slidenum">
              <a:rPr lang="en-US"/>
              <a:t>‹#›</a:t>
            </a:fld>
            <a:endParaRPr lang="en-US"/>
          </a:p>
        </p:txBody>
      </p:sp>
      <p:sp>
        <p:nvSpPr>
          <p:cNvPr id="13" name="할아버지 카드"/>
          <p:cNvSpPr/>
          <p:nvPr/>
        </p:nvSpPr>
        <p:spPr>
          <a:xfrm>
            <a:off x="731520" y="1828800"/>
            <a:ext cx="1559509" cy="3205429"/>
          </a:xfrm>
          <a:prstGeom prst="snip2DiagRect">
            <a:avLst>
              <a:gd name="adj1" fmla="val 11000"/>
              <a:gd name="adj2" fmla="val 0"/>
            </a:avLst>
          </a:prstGeom>
          <a:solidFill>
            <a:schemeClr val="bg1"/>
          </a:solidFill>
          <a:ln w="9525">
            <a:solidFill>
              <a:schemeClr val="accent5">
                <a:alpha val="85000"/>
              </a:schemeClr>
            </a:solidFill>
          </a:ln>
          <a:effectLst>
            <a:outerShdw blurRad="76200" dist="19050" dir="5400000" algn="t" rotWithShape="0">
              <a:schemeClr val="tx2">
                <a:alpha val="8000"/>
              </a:scheme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15" name="할아버지 이름"/>
          <p:cNvSpPr txBox="1"/>
          <p:nvPr/>
        </p:nvSpPr>
        <p:spPr>
          <a:xfrm>
            <a:off x="731520" y="3251149"/>
            <a:ext cx="1559509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600" b="1" i="0" lang="ko-KR">
                <a:solidFill>
                  <a:schemeClr val="tx2"/>
                </a:solidFill>
                <a:latin typeface="+mj-lt"/>
                <a:ea typeface="+mj-ea"/>
              </a:rPr>
              <a:t>할아버지</a:t>
            </a:r>
          </a:p>
        </p:txBody>
      </p:sp>
      <p:sp>
        <p:nvSpPr>
          <p:cNvPr id="16" name="할아버지 소개"/>
          <p:cNvSpPr txBox="1"/>
          <p:nvPr/>
        </p:nvSpPr>
        <p:spPr>
          <a:xfrm>
            <a:off x="822960" y="3708349"/>
            <a:ext cx="1376629" cy="1234439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성함 · 연세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좋아하시는 것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손주에게 한마디</a:t>
            </a:r>
          </a:p>
        </p:txBody>
      </p:sp>
      <p:sp>
        <p:nvSpPr>
          <p:cNvPr id="17" name="할머니 카드"/>
          <p:cNvSpPr/>
          <p:nvPr/>
        </p:nvSpPr>
        <p:spPr>
          <a:xfrm>
            <a:off x="2565349" y="1828800"/>
            <a:ext cx="1559509" cy="3205429"/>
          </a:xfrm>
          <a:prstGeom prst="snip2DiagRect">
            <a:avLst>
              <a:gd name="adj1" fmla="val 11000"/>
              <a:gd name="adj2" fmla="val 0"/>
            </a:avLst>
          </a:prstGeom>
          <a:solidFill>
            <a:schemeClr val="bg1"/>
          </a:solidFill>
          <a:ln w="9525">
            <a:solidFill>
              <a:schemeClr val="accent5">
                <a:alpha val="85000"/>
              </a:schemeClr>
            </a:solidFill>
          </a:ln>
          <a:effectLst>
            <a:outerShdw blurRad="76200" dist="19050" dir="5400000" algn="t" rotWithShape="0">
              <a:schemeClr val="tx2">
                <a:alpha val="8000"/>
              </a:scheme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19" name="할머니 이름"/>
          <p:cNvSpPr txBox="1"/>
          <p:nvPr/>
        </p:nvSpPr>
        <p:spPr>
          <a:xfrm>
            <a:off x="2565349" y="3251149"/>
            <a:ext cx="1559509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600" b="1" i="0" lang="ko-KR">
                <a:solidFill>
                  <a:schemeClr val="tx2"/>
                </a:solidFill>
                <a:latin typeface="+mj-lt"/>
                <a:ea typeface="+mj-ea"/>
              </a:rPr>
              <a:t>할머니</a:t>
            </a:r>
          </a:p>
        </p:txBody>
      </p:sp>
      <p:sp>
        <p:nvSpPr>
          <p:cNvPr id="20" name="할머니 소개"/>
          <p:cNvSpPr txBox="1"/>
          <p:nvPr/>
        </p:nvSpPr>
        <p:spPr>
          <a:xfrm>
            <a:off x="2656789" y="3708349"/>
            <a:ext cx="1376629" cy="1234439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성함 · 연세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좋아하시는 것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손주에게 한마디</a:t>
            </a:r>
          </a:p>
        </p:txBody>
      </p:sp>
      <p:sp>
        <p:nvSpPr>
          <p:cNvPr id="21" name="아빠 카드"/>
          <p:cNvSpPr/>
          <p:nvPr/>
        </p:nvSpPr>
        <p:spPr>
          <a:xfrm>
            <a:off x="4399178" y="1828800"/>
            <a:ext cx="1559509" cy="3205429"/>
          </a:xfrm>
          <a:prstGeom prst="snip2DiagRect">
            <a:avLst>
              <a:gd name="adj1" fmla="val 11000"/>
              <a:gd name="adj2" fmla="val 0"/>
            </a:avLst>
          </a:prstGeom>
          <a:solidFill>
            <a:schemeClr val="bg1"/>
          </a:solidFill>
          <a:ln w="9525">
            <a:solidFill>
              <a:schemeClr val="accent5">
                <a:alpha val="85000"/>
              </a:schemeClr>
            </a:solidFill>
          </a:ln>
          <a:effectLst>
            <a:outerShdw blurRad="76200" dist="19050" dir="5400000" algn="t" rotWithShape="0">
              <a:schemeClr val="tx2">
                <a:alpha val="8000"/>
              </a:scheme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23" name="아빠 이름"/>
          <p:cNvSpPr txBox="1"/>
          <p:nvPr/>
        </p:nvSpPr>
        <p:spPr>
          <a:xfrm>
            <a:off x="4399178" y="3251149"/>
            <a:ext cx="1559509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600" b="1" i="0" lang="ko-KR">
                <a:solidFill>
                  <a:schemeClr val="tx2"/>
                </a:solidFill>
                <a:latin typeface="+mj-lt"/>
                <a:ea typeface="+mj-ea"/>
              </a:rPr>
              <a:t>아빠</a:t>
            </a:r>
          </a:p>
        </p:txBody>
      </p:sp>
      <p:sp>
        <p:nvSpPr>
          <p:cNvPr id="24" name="아빠 소개"/>
          <p:cNvSpPr txBox="1"/>
          <p:nvPr/>
        </p:nvSpPr>
        <p:spPr>
          <a:xfrm>
            <a:off x="4490618" y="3708349"/>
            <a:ext cx="1376629" cy="1234439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이름 · 나이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직업 · 취미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나의 한마디</a:t>
            </a:r>
          </a:p>
        </p:txBody>
      </p:sp>
      <p:sp>
        <p:nvSpPr>
          <p:cNvPr id="25" name="엄마 카드"/>
          <p:cNvSpPr/>
          <p:nvPr/>
        </p:nvSpPr>
        <p:spPr>
          <a:xfrm>
            <a:off x="6233007" y="1828800"/>
            <a:ext cx="1559509" cy="3205429"/>
          </a:xfrm>
          <a:prstGeom prst="snip2DiagRect">
            <a:avLst>
              <a:gd name="adj1" fmla="val 11000"/>
              <a:gd name="adj2" fmla="val 0"/>
            </a:avLst>
          </a:prstGeom>
          <a:solidFill>
            <a:schemeClr val="bg1"/>
          </a:solidFill>
          <a:ln w="9525">
            <a:solidFill>
              <a:schemeClr val="accent5">
                <a:alpha val="85000"/>
              </a:schemeClr>
            </a:solidFill>
          </a:ln>
          <a:effectLst>
            <a:outerShdw blurRad="76200" dist="19050" dir="5400000" algn="t" rotWithShape="0">
              <a:schemeClr val="tx2">
                <a:alpha val="8000"/>
              </a:scheme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27" name="엄마 이름"/>
          <p:cNvSpPr txBox="1"/>
          <p:nvPr/>
        </p:nvSpPr>
        <p:spPr>
          <a:xfrm>
            <a:off x="6233007" y="3251149"/>
            <a:ext cx="1559509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600" b="1" i="0" lang="ko-KR">
                <a:solidFill>
                  <a:schemeClr val="tx2"/>
                </a:solidFill>
                <a:latin typeface="+mj-lt"/>
                <a:ea typeface="+mj-ea"/>
              </a:rPr>
              <a:t>엄마</a:t>
            </a:r>
          </a:p>
        </p:txBody>
      </p:sp>
      <p:sp>
        <p:nvSpPr>
          <p:cNvPr id="28" name="엄마 소개"/>
          <p:cNvSpPr txBox="1"/>
          <p:nvPr/>
        </p:nvSpPr>
        <p:spPr>
          <a:xfrm>
            <a:off x="6324447" y="3708349"/>
            <a:ext cx="1376629" cy="1234439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이름 · 나이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직업 · 취미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나의 한마디</a:t>
            </a:r>
          </a:p>
        </p:txBody>
      </p:sp>
      <p:sp>
        <p:nvSpPr>
          <p:cNvPr id="29" name="큰아이 카드"/>
          <p:cNvSpPr/>
          <p:nvPr/>
        </p:nvSpPr>
        <p:spPr>
          <a:xfrm>
            <a:off x="8066836" y="1828800"/>
            <a:ext cx="1559509" cy="3205429"/>
          </a:xfrm>
          <a:prstGeom prst="snip2DiagRect">
            <a:avLst>
              <a:gd name="adj1" fmla="val 11000"/>
              <a:gd name="adj2" fmla="val 0"/>
            </a:avLst>
          </a:prstGeom>
          <a:solidFill>
            <a:schemeClr val="bg1"/>
          </a:solidFill>
          <a:ln w="9525">
            <a:solidFill>
              <a:schemeClr val="accent5">
                <a:alpha val="85000"/>
              </a:schemeClr>
            </a:solidFill>
          </a:ln>
          <a:effectLst>
            <a:outerShdw blurRad="76200" dist="19050" dir="5400000" algn="t" rotWithShape="0">
              <a:schemeClr val="tx2">
                <a:alpha val="8000"/>
              </a:scheme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31" name="큰아이 이름"/>
          <p:cNvSpPr txBox="1"/>
          <p:nvPr/>
        </p:nvSpPr>
        <p:spPr>
          <a:xfrm>
            <a:off x="8066836" y="3251149"/>
            <a:ext cx="1559509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600" b="1" i="0" lang="ko-KR">
                <a:solidFill>
                  <a:schemeClr val="tx2"/>
                </a:solidFill>
                <a:latin typeface="+mj-lt"/>
                <a:ea typeface="+mj-ea"/>
              </a:rPr>
              <a:t>큰아이</a:t>
            </a:r>
          </a:p>
        </p:txBody>
      </p:sp>
      <p:sp>
        <p:nvSpPr>
          <p:cNvPr id="32" name="큰아이 소개"/>
          <p:cNvSpPr txBox="1"/>
          <p:nvPr/>
        </p:nvSpPr>
        <p:spPr>
          <a:xfrm>
            <a:off x="8158276" y="3708349"/>
            <a:ext cx="1376629" cy="1234439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이름 · 나이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좋아하는 것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한마디</a:t>
            </a:r>
          </a:p>
        </p:txBody>
      </p:sp>
      <p:sp>
        <p:nvSpPr>
          <p:cNvPr id="33" name="작은아이 카드"/>
          <p:cNvSpPr/>
          <p:nvPr/>
        </p:nvSpPr>
        <p:spPr>
          <a:xfrm>
            <a:off x="9900665" y="1828800"/>
            <a:ext cx="1559509" cy="3205429"/>
          </a:xfrm>
          <a:prstGeom prst="snip2DiagRect">
            <a:avLst>
              <a:gd name="adj1" fmla="val 11000"/>
              <a:gd name="adj2" fmla="val 0"/>
            </a:avLst>
          </a:prstGeom>
          <a:solidFill>
            <a:schemeClr val="bg1"/>
          </a:solidFill>
          <a:ln w="9525">
            <a:solidFill>
              <a:schemeClr val="accent5">
                <a:alpha val="85000"/>
              </a:schemeClr>
            </a:solidFill>
          </a:ln>
          <a:effectLst>
            <a:outerShdw blurRad="76200" dist="19050" dir="5400000" algn="t" rotWithShape="0">
              <a:schemeClr val="tx2">
                <a:alpha val="8000"/>
              </a:scheme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35" name="작은아이 이름"/>
          <p:cNvSpPr txBox="1"/>
          <p:nvPr/>
        </p:nvSpPr>
        <p:spPr>
          <a:xfrm>
            <a:off x="9900665" y="3251149"/>
            <a:ext cx="1559509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600" b="1" i="0" lang="ko-KR">
                <a:solidFill>
                  <a:schemeClr val="tx2"/>
                </a:solidFill>
                <a:latin typeface="+mj-lt"/>
                <a:ea typeface="+mj-ea"/>
              </a:rPr>
              <a:t>작은아이</a:t>
            </a:r>
          </a:p>
        </p:txBody>
      </p:sp>
      <p:sp>
        <p:nvSpPr>
          <p:cNvPr id="36" name="작은아이 소개"/>
          <p:cNvSpPr txBox="1"/>
          <p:nvPr/>
        </p:nvSpPr>
        <p:spPr>
          <a:xfrm>
            <a:off x="9992105" y="3708349"/>
            <a:ext cx="1376629" cy="1234439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이름 · 나이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좋아하는 것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한마디</a:t>
            </a:r>
          </a:p>
        </p:txBody>
      </p:sp>
    </p:spTree>
  </p:cSld>
  <p:clrMapOvr>
    <a:masterClrMapping/>
  </p:clrMapOvr>
  <p:transition spd="med">
    <p:cover dir="l"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우리 가족 이야기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OUR STORY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A6B300-6BC7-478B-8041-819865288F85}" type="slidenum">
              <a:rPr lang="en-US"/>
              <a:t>‹#›</a:t>
            </a:fld>
            <a:endParaRPr lang="en-US"/>
          </a:p>
        </p:txBody>
      </p:sp>
      <p:grpSp>
        <p:nvGrpSpPr>
          <p:cNvPr id="5" name="때 1"/>
          <p:cNvGrpSpPr/>
          <p:nvPr/>
        </p:nvGrpSpPr>
        <p:grpSpPr>
          <a:xfrm>
            <a:off x="777240" y="3246120"/>
            <a:ext cx="2590723" cy="2788920"/>
            <a:chOff x="777240" y="3246120"/>
            <a:chExt cx="2590723" cy="2788920"/>
          </a:xfrm>
        </p:grpSpPr>
        <p:sp>
          <p:nvSpPr>
            <p:cNvPr id="6" name="단계 화살표"/>
            <p:cNvSpPr/>
            <p:nvPr/>
          </p:nvSpPr>
          <p:spPr>
            <a:xfrm>
              <a:off x="777240" y="3246120"/>
              <a:ext cx="2590723" cy="493776"/>
            </a:xfrm>
            <a:prstGeom prst="homePlate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rgbClr val="FFFFFF"/>
                  </a:solidFill>
                </a:rPr>
                <a:t>할아버지 할머니의 이야기</a:t>
              </a:r>
            </a:p>
          </p:txBody>
        </p:sp>
        <p:sp>
          <p:nvSpPr>
            <p:cNvPr id="7" name="제목"/>
            <p:cNvSpPr txBox="1"/>
            <p:nvPr/>
          </p:nvSpPr>
          <p:spPr>
            <a:xfrm>
              <a:off x="822960" y="3886200"/>
              <a:ext cx="2499283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</a:rPr>
                <a:t>뿌리</a:t>
              </a:r>
            </a:p>
          </p:txBody>
        </p:sp>
        <p:sp>
          <p:nvSpPr>
            <p:cNvPr id="8" name="내용"/>
            <p:cNvSpPr txBox="1"/>
            <p:nvPr/>
          </p:nvSpPr>
          <p:spPr>
            <a:xfrm>
              <a:off x="822960" y="4389120"/>
              <a:ext cx="2499283" cy="164592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가족의 시작을 적어요</a:t>
              </a:r>
            </a:p>
          </p:txBody>
        </p:sp>
      </p:grpSp>
      <p:grpSp>
        <p:nvGrpSpPr>
          <p:cNvPr id="9" name="때 2"/>
          <p:cNvGrpSpPr/>
          <p:nvPr/>
        </p:nvGrpSpPr>
        <p:grpSpPr>
          <a:xfrm>
            <a:off x="3459403" y="3246120"/>
            <a:ext cx="2590723" cy="2788920"/>
            <a:chOff x="3459403" y="3246120"/>
            <a:chExt cx="2590723" cy="2788920"/>
          </a:xfrm>
        </p:grpSpPr>
        <p:sp>
          <p:nvSpPr>
            <p:cNvPr id="10" name="단계 화살표"/>
            <p:cNvSpPr/>
            <p:nvPr/>
          </p:nvSpPr>
          <p:spPr>
            <a:xfrm>
              <a:off x="3459403" y="3246120"/>
              <a:ext cx="2590723" cy="493776"/>
            </a:xfrm>
            <a:prstGeom prst="homePlate">
              <a:avLst/>
            </a:prstGeom>
            <a:solidFill>
              <a:schemeClr val="accent2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rgbClr val="FFFFFF"/>
                  </a:solidFill>
                </a:rPr>
                <a:t>부모가 된 날</a:t>
              </a:r>
            </a:p>
          </p:txBody>
        </p:sp>
        <p:sp>
          <p:nvSpPr>
            <p:cNvPr id="11" name="제목"/>
            <p:cNvSpPr txBox="1"/>
            <p:nvPr/>
          </p:nvSpPr>
          <p:spPr>
            <a:xfrm>
              <a:off x="3505123" y="3886200"/>
              <a:ext cx="2499283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</a:rPr>
                <a:t>새로운 가지</a:t>
              </a:r>
            </a:p>
          </p:txBody>
        </p:sp>
        <p:sp>
          <p:nvSpPr>
            <p:cNvPr id="12" name="내용"/>
            <p:cNvSpPr txBox="1"/>
            <p:nvPr/>
          </p:nvSpPr>
          <p:spPr>
            <a:xfrm>
              <a:off x="3505123" y="4389120"/>
              <a:ext cx="2499283" cy="164592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그날의 기억을 적어요</a:t>
              </a:r>
            </a:p>
          </p:txBody>
        </p:sp>
      </p:grpSp>
      <p:grpSp>
        <p:nvGrpSpPr>
          <p:cNvPr id="13" name="때 3"/>
          <p:cNvGrpSpPr/>
          <p:nvPr/>
        </p:nvGrpSpPr>
        <p:grpSpPr>
          <a:xfrm>
            <a:off x="6141567" y="3246120"/>
            <a:ext cx="2590723" cy="2788920"/>
            <a:chOff x="6141567" y="3246120"/>
            <a:chExt cx="2590723" cy="2788920"/>
          </a:xfrm>
        </p:grpSpPr>
        <p:sp>
          <p:nvSpPr>
            <p:cNvPr id="14" name="단계 화살표"/>
            <p:cNvSpPr/>
            <p:nvPr/>
          </p:nvSpPr>
          <p:spPr>
            <a:xfrm>
              <a:off x="6141567" y="3246120"/>
              <a:ext cx="2590723" cy="493776"/>
            </a:xfrm>
            <a:prstGeom prst="homePlate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rgbClr val="FFFFFF"/>
                  </a:solidFill>
                </a:rPr>
                <a:t>온 가족 모임</a:t>
              </a:r>
            </a:p>
          </p:txBody>
        </p:sp>
        <p:sp>
          <p:nvSpPr>
            <p:cNvPr id="15" name="제목"/>
            <p:cNvSpPr txBox="1"/>
            <p:nvPr/>
          </p:nvSpPr>
          <p:spPr>
            <a:xfrm>
              <a:off x="6187287" y="3886200"/>
              <a:ext cx="2499283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</a:rPr>
                <a:t>한자리에 모인 날</a:t>
              </a:r>
            </a:p>
          </p:txBody>
        </p:sp>
        <p:sp>
          <p:nvSpPr>
            <p:cNvPr id="16" name="내용"/>
            <p:cNvSpPr txBox="1"/>
            <p:nvPr/>
          </p:nvSpPr>
          <p:spPr>
            <a:xfrm>
              <a:off x="6187287" y="4389120"/>
              <a:ext cx="2499283" cy="164592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가장 즐거웠던 명절</a:t>
              </a:r>
            </a:p>
          </p:txBody>
        </p:sp>
      </p:grpSp>
      <p:grpSp>
        <p:nvGrpSpPr>
          <p:cNvPr id="17" name="때 4"/>
          <p:cNvGrpSpPr/>
          <p:nvPr/>
        </p:nvGrpSpPr>
        <p:grpSpPr>
          <a:xfrm>
            <a:off x="8823731" y="3246120"/>
            <a:ext cx="2590723" cy="2788920"/>
            <a:chOff x="8823731" y="3246120"/>
            <a:chExt cx="2590723" cy="2788920"/>
          </a:xfrm>
        </p:grpSpPr>
        <p:sp>
          <p:nvSpPr>
            <p:cNvPr id="18" name="단계 화살표"/>
            <p:cNvSpPr/>
            <p:nvPr/>
          </p:nvSpPr>
          <p:spPr>
            <a:xfrm>
              <a:off x="8823731" y="3246120"/>
              <a:ext cx="2590723" cy="493776"/>
            </a:xfrm>
            <a:prstGeom prst="homePlate">
              <a:avLst/>
            </a:prstGeom>
            <a:solidFill>
              <a:schemeClr val="accent2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rgbClr val="FFFFFF"/>
                  </a:solidFill>
                </a:rPr>
                <a:t>지금</a:t>
              </a:r>
            </a:p>
          </p:txBody>
        </p:sp>
        <p:sp>
          <p:nvSpPr>
            <p:cNvPr id="19" name="제목"/>
            <p:cNvSpPr txBox="1"/>
            <p:nvPr/>
          </p:nvSpPr>
          <p:spPr>
            <a:xfrm>
              <a:off x="8869451" y="3886200"/>
              <a:ext cx="2499283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</a:rPr>
                <a:t>오늘의 우리</a:t>
              </a:r>
            </a:p>
          </p:txBody>
        </p:sp>
        <p:sp>
          <p:nvSpPr>
            <p:cNvPr id="20" name="내용"/>
            <p:cNvSpPr txBox="1"/>
            <p:nvPr/>
          </p:nvSpPr>
          <p:spPr>
            <a:xfrm>
              <a:off x="8869451" y="4389120"/>
              <a:ext cx="2499283" cy="164592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요즘 우리 이야기</a:t>
              </a:r>
            </a:p>
          </p:txBody>
        </p:sp>
      </p:grp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6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50"/>
                            </p:stCondLst>
                            <p:childTnLst>
                              <p:par>
                                <p:cTn id="8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0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900"/>
                            </p:stCondLst>
                            <p:childTnLst>
                              <p:par>
                                <p:cTn id="12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4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350"/>
                            </p:stCondLst>
                            <p:childTnLst>
                              <p:par>
                                <p:cTn id="16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8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우리 가족의 약속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PROMISE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817930-FEE6-4493-B236-F64496F3D1D6}" type="slidenum">
              <a:rPr lang="en-US"/>
              <a:t>‹#›</a:t>
            </a:fld>
            <a:endParaRPr lang="en-US"/>
          </a:p>
        </p:txBody>
      </p:sp>
      <p:grpSp>
        <p:nvGrpSpPr>
          <p:cNvPr id="5" name="줄 1"/>
          <p:cNvGrpSpPr/>
          <p:nvPr/>
        </p:nvGrpSpPr>
        <p:grpSpPr>
          <a:xfrm>
            <a:off x="731520" y="1828800"/>
            <a:ext cx="10728655" cy="1005840"/>
            <a:chOff x="731520" y="1828800"/>
            <a:chExt cx="10728655" cy="1005840"/>
          </a:xfrm>
        </p:grpSpPr>
        <p:sp>
          <p:nvSpPr>
            <p:cNvPr id="6" name="줄 바탕"/>
            <p:cNvSpPr/>
            <p:nvPr/>
          </p:nvSpPr>
          <p:spPr>
            <a:xfrm>
              <a:off x="731520" y="1828800"/>
              <a:ext cx="10728655" cy="1005840"/>
            </a:xfrm>
            <a:prstGeom prst="snip2DiagRect">
              <a:avLst>
                <a:gd name="adj1" fmla="val 11000"/>
                <a:gd name="adj2" fmla="val 0"/>
              </a:avLst>
            </a:prstGeom>
            <a:solidFill>
              <a:schemeClr val="bg1"/>
            </a:solidFill>
            <a:ln w="9525">
              <a:solidFill>
                <a:schemeClr val="accent5">
                  <a:alpha val="85000"/>
                </a:schemeClr>
              </a:solidFill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번호 1"/>
            <p:cNvSpPr/>
            <p:nvPr/>
          </p:nvSpPr>
          <p:spPr>
            <a:xfrm>
              <a:off x="960120" y="2057400"/>
              <a:ext cx="548640" cy="548640"/>
            </a:xfrm>
            <a:prstGeom prst="diamond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300" b="1" i="0" lang="ko-KR">
                  <a:solidFill>
                    <a:srgbClr val="FFFFFF"/>
                  </a:solidFill>
                </a:rPr>
                <a:t>1</a:t>
              </a:r>
            </a:p>
          </p:txBody>
        </p:sp>
        <p:sp>
          <p:nvSpPr>
            <p:cNvPr id="8" name="줄 제목"/>
            <p:cNvSpPr txBox="1"/>
            <p:nvPr/>
          </p:nvSpPr>
          <p:spPr>
            <a:xfrm>
              <a:off x="1737360" y="1874519"/>
              <a:ext cx="2926080" cy="91440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약속 1</a:t>
              </a:r>
            </a:p>
          </p:txBody>
        </p:sp>
        <p:cxnSp>
          <p:nvCxnSpPr>
            <p:cNvPr id="9" name="구분선"/>
            <p:cNvCxnSpPr/>
            <p:nvPr/>
          </p:nvCxnSpPr>
          <p:spPr>
            <a:xfrm>
              <a:off x="4572000" y="1993392"/>
              <a:ext cx="0" cy="676656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0" name="줄 내용"/>
            <p:cNvSpPr txBox="1"/>
            <p:nvPr/>
          </p:nvSpPr>
          <p:spPr>
            <a:xfrm>
              <a:off x="4754880" y="1874519"/>
              <a:ext cx="6430975" cy="91440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700" b="0" i="0" lang="ko-KR">
                  <a:solidFill>
                    <a:schemeClr val="tx1"/>
                  </a:solidFill>
                </a:rPr>
                <a:t>명절에는 모두 한자리에 모이기</a:t>
              </a:r>
            </a:p>
          </p:txBody>
        </p:sp>
      </p:grpSp>
      <p:grpSp>
        <p:nvGrpSpPr>
          <p:cNvPr id="11" name="줄 2"/>
          <p:cNvGrpSpPr/>
          <p:nvPr/>
        </p:nvGrpSpPr>
        <p:grpSpPr>
          <a:xfrm>
            <a:off x="731520" y="2971800"/>
            <a:ext cx="10728655" cy="1005840"/>
            <a:chOff x="731520" y="2971800"/>
            <a:chExt cx="10728655" cy="1005840"/>
          </a:xfrm>
        </p:grpSpPr>
        <p:sp>
          <p:nvSpPr>
            <p:cNvPr id="12" name="줄 바탕"/>
            <p:cNvSpPr/>
            <p:nvPr/>
          </p:nvSpPr>
          <p:spPr>
            <a:xfrm>
              <a:off x="731520" y="2971800"/>
              <a:ext cx="10728655" cy="1005840"/>
            </a:xfrm>
            <a:prstGeom prst="snip2DiagRect">
              <a:avLst>
                <a:gd name="adj1" fmla="val 11000"/>
                <a:gd name="adj2" fmla="val 0"/>
              </a:avLst>
            </a:prstGeom>
            <a:solidFill>
              <a:schemeClr val="bg1"/>
            </a:solidFill>
            <a:ln w="9525">
              <a:solidFill>
                <a:schemeClr val="accent5">
                  <a:alpha val="85000"/>
                </a:schemeClr>
              </a:solidFill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번호 2"/>
            <p:cNvSpPr/>
            <p:nvPr/>
          </p:nvSpPr>
          <p:spPr>
            <a:xfrm>
              <a:off x="960120" y="3200400"/>
              <a:ext cx="548640" cy="548640"/>
            </a:xfrm>
            <a:prstGeom prst="diamond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300" b="1" i="0" lang="ko-KR">
                  <a:solidFill>
                    <a:srgbClr val="FFFFFF"/>
                  </a:solidFill>
                </a:rPr>
                <a:t>2</a:t>
              </a:r>
            </a:p>
          </p:txBody>
        </p:sp>
        <p:sp>
          <p:nvSpPr>
            <p:cNvPr id="14" name="줄 제목"/>
            <p:cNvSpPr txBox="1"/>
            <p:nvPr/>
          </p:nvSpPr>
          <p:spPr>
            <a:xfrm>
              <a:off x="1737360" y="3017520"/>
              <a:ext cx="2926080" cy="91440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약속 2</a:t>
              </a:r>
            </a:p>
          </p:txBody>
        </p:sp>
        <p:cxnSp>
          <p:nvCxnSpPr>
            <p:cNvPr id="15" name="구분선"/>
            <p:cNvCxnSpPr/>
            <p:nvPr/>
          </p:nvCxnSpPr>
          <p:spPr>
            <a:xfrm>
              <a:off x="4572000" y="3136392"/>
              <a:ext cx="0" cy="676656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6" name="줄 내용"/>
            <p:cNvSpPr txBox="1"/>
            <p:nvPr/>
          </p:nvSpPr>
          <p:spPr>
            <a:xfrm>
              <a:off x="4754880" y="3017520"/>
              <a:ext cx="6430975" cy="91440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700" b="0" i="0" lang="ko-KR">
                  <a:solidFill>
                    <a:schemeClr val="tx1"/>
                  </a:solidFill>
                </a:rPr>
                <a:t>어른께 먼저 안부 전하기</a:t>
              </a:r>
            </a:p>
          </p:txBody>
        </p:sp>
      </p:grpSp>
      <p:grpSp>
        <p:nvGrpSpPr>
          <p:cNvPr id="17" name="줄 3"/>
          <p:cNvGrpSpPr/>
          <p:nvPr/>
        </p:nvGrpSpPr>
        <p:grpSpPr>
          <a:xfrm>
            <a:off x="731520" y="4114800"/>
            <a:ext cx="10728655" cy="1005840"/>
            <a:chOff x="731520" y="4114800"/>
            <a:chExt cx="10728655" cy="1005840"/>
          </a:xfrm>
        </p:grpSpPr>
        <p:sp>
          <p:nvSpPr>
            <p:cNvPr id="18" name="줄 바탕"/>
            <p:cNvSpPr/>
            <p:nvPr/>
          </p:nvSpPr>
          <p:spPr>
            <a:xfrm>
              <a:off x="731520" y="4114800"/>
              <a:ext cx="10728655" cy="1005840"/>
            </a:xfrm>
            <a:prstGeom prst="snip2DiagRect">
              <a:avLst>
                <a:gd name="adj1" fmla="val 11000"/>
                <a:gd name="adj2" fmla="val 0"/>
              </a:avLst>
            </a:prstGeom>
            <a:solidFill>
              <a:schemeClr val="bg1"/>
            </a:solidFill>
            <a:ln w="9525">
              <a:solidFill>
                <a:schemeClr val="accent5">
                  <a:alpha val="85000"/>
                </a:schemeClr>
              </a:solidFill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" name="번호 3"/>
            <p:cNvSpPr/>
            <p:nvPr/>
          </p:nvSpPr>
          <p:spPr>
            <a:xfrm>
              <a:off x="960120" y="4343400"/>
              <a:ext cx="548640" cy="548640"/>
            </a:xfrm>
            <a:prstGeom prst="diamond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300" b="1" i="0" lang="ko-KR">
                  <a:solidFill>
                    <a:srgbClr val="FFFFFF"/>
                  </a:solidFill>
                </a:rPr>
                <a:t>3</a:t>
              </a:r>
            </a:p>
          </p:txBody>
        </p:sp>
        <p:sp>
          <p:nvSpPr>
            <p:cNvPr id="20" name="줄 제목"/>
            <p:cNvSpPr txBox="1"/>
            <p:nvPr/>
          </p:nvSpPr>
          <p:spPr>
            <a:xfrm>
              <a:off x="1737360" y="4160520"/>
              <a:ext cx="2926080" cy="91440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약속 3</a:t>
              </a:r>
            </a:p>
          </p:txBody>
        </p:sp>
        <p:cxnSp>
          <p:nvCxnSpPr>
            <p:cNvPr id="21" name="구분선"/>
            <p:cNvCxnSpPr/>
            <p:nvPr/>
          </p:nvCxnSpPr>
          <p:spPr>
            <a:xfrm>
              <a:off x="4572000" y="4279392"/>
              <a:ext cx="0" cy="676656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22" name="줄 내용"/>
            <p:cNvSpPr txBox="1"/>
            <p:nvPr/>
          </p:nvSpPr>
          <p:spPr>
            <a:xfrm>
              <a:off x="4754880" y="4160520"/>
              <a:ext cx="6430975" cy="91440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700" b="0" i="0" lang="ko-KR">
                  <a:solidFill>
                    <a:schemeClr val="tx1"/>
                  </a:solidFill>
                </a:rPr>
                <a:t>한 달에 한 번 가족 식사</a:t>
              </a:r>
            </a:p>
          </p:txBody>
        </p:sp>
      </p:grp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6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50"/>
                            </p:stCondLst>
                            <p:childTnLst>
                              <p:par>
                                <p:cTn id="8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0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900"/>
                            </p:stCondLst>
                            <p:childTnLst>
                              <p:par>
                                <p:cTn id="12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4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가족 사진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ALBUM</a:t>
            </a:r>
          </a:p>
        </p:txBody>
      </p:sp>
      <p:sp>
        <p:nvSpPr>
          <p:cNvPr id="13" name="사진 바탕 1"/>
          <p:cNvSpPr/>
          <p:nvPr/>
        </p:nvSpPr>
        <p:spPr>
          <a:xfrm>
            <a:off x="731520" y="1828800"/>
            <a:ext cx="3442106" cy="2071116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1</a:t>
            </a:r>
          </a:p>
        </p:txBody>
      </p:sp>
      <p:sp>
        <p:nvSpPr>
          <p:cNvPr id="4" name="Picture Placeholder 3" descr="사진 자리 — 아이콘을 누르면 사진을 넣을 수 있어요"/>
          <p:cNvSpPr>
            <a:spLocks noGrp="1"/>
          </p:cNvSpPr>
          <p:nvPr>
            <p:ph type="pic" idx="13" sz="quarter"/>
          </p:nvPr>
        </p:nvSpPr>
        <p:spPr>
          <a:xfrm>
            <a:off x="731520" y="1828800"/>
            <a:ext cx="3442106" cy="2071116"/>
          </a:xfrm>
          <a:prstGeom prst="roundRect">
            <a:avLst>
              <a:gd name="adj" fmla="val 6000"/>
            </a:avLst>
          </a:prstGeom>
        </p:spPr>
      </p:sp>
      <p:sp>
        <p:nvSpPr>
          <p:cNvPr id="14" name="사진 바탕 2"/>
          <p:cNvSpPr/>
          <p:nvPr/>
        </p:nvSpPr>
        <p:spPr>
          <a:xfrm>
            <a:off x="4374794" y="1828800"/>
            <a:ext cx="3442106" cy="2071116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2</a:t>
            </a:r>
          </a:p>
        </p:txBody>
      </p:sp>
      <p:sp>
        <p:nvSpPr>
          <p:cNvPr id="5" name="Picture Placeholder 4" descr="사진 자리 — 아이콘을 누르면 사진을 넣을 수 있어요"/>
          <p:cNvSpPr>
            <a:spLocks noGrp="1"/>
          </p:cNvSpPr>
          <p:nvPr>
            <p:ph type="pic" idx="14" sz="quarter"/>
          </p:nvPr>
        </p:nvSpPr>
        <p:spPr>
          <a:xfrm>
            <a:off x="4374794" y="1828800"/>
            <a:ext cx="3442106" cy="2071116"/>
          </a:xfrm>
          <a:prstGeom prst="roundRect">
            <a:avLst>
              <a:gd name="adj" fmla="val 6000"/>
            </a:avLst>
          </a:prstGeom>
        </p:spPr>
      </p:sp>
      <p:sp>
        <p:nvSpPr>
          <p:cNvPr id="15" name="사진 바탕 3"/>
          <p:cNvSpPr/>
          <p:nvPr/>
        </p:nvSpPr>
        <p:spPr>
          <a:xfrm>
            <a:off x="8018068" y="1828800"/>
            <a:ext cx="3442106" cy="2071116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3</a:t>
            </a:r>
          </a:p>
        </p:txBody>
      </p:sp>
      <p:sp>
        <p:nvSpPr>
          <p:cNvPr id="6" name="Picture Placeholder 5" descr="사진 자리 — 아이콘을 누르면 사진을 넣을 수 있어요"/>
          <p:cNvSpPr>
            <a:spLocks noGrp="1"/>
          </p:cNvSpPr>
          <p:nvPr>
            <p:ph type="pic" idx="15" sz="quarter"/>
          </p:nvPr>
        </p:nvSpPr>
        <p:spPr>
          <a:xfrm>
            <a:off x="8018068" y="1828800"/>
            <a:ext cx="3442106" cy="2071116"/>
          </a:xfrm>
          <a:prstGeom prst="roundRect">
            <a:avLst>
              <a:gd name="adj" fmla="val 6000"/>
            </a:avLst>
          </a:prstGeom>
        </p:spPr>
      </p:sp>
      <p:sp>
        <p:nvSpPr>
          <p:cNvPr id="16" name="사진 바탕 4"/>
          <p:cNvSpPr/>
          <p:nvPr/>
        </p:nvSpPr>
        <p:spPr>
          <a:xfrm>
            <a:off x="731520" y="4101084"/>
            <a:ext cx="3442106" cy="2071116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4</a:t>
            </a:r>
          </a:p>
        </p:txBody>
      </p:sp>
      <p:sp>
        <p:nvSpPr>
          <p:cNvPr id="7" name="Picture Placeholder 6" descr="사진 자리 — 아이콘을 누르면 사진을 넣을 수 있어요"/>
          <p:cNvSpPr>
            <a:spLocks noGrp="1"/>
          </p:cNvSpPr>
          <p:nvPr>
            <p:ph type="pic" idx="16" sz="quarter"/>
          </p:nvPr>
        </p:nvSpPr>
        <p:spPr>
          <a:xfrm>
            <a:off x="731520" y="4101084"/>
            <a:ext cx="3442106" cy="2071116"/>
          </a:xfrm>
          <a:prstGeom prst="roundRect">
            <a:avLst>
              <a:gd name="adj" fmla="val 6000"/>
            </a:avLst>
          </a:prstGeom>
        </p:spPr>
      </p:sp>
      <p:sp>
        <p:nvSpPr>
          <p:cNvPr id="17" name="사진 바탕 5"/>
          <p:cNvSpPr/>
          <p:nvPr/>
        </p:nvSpPr>
        <p:spPr>
          <a:xfrm>
            <a:off x="4374794" y="4101084"/>
            <a:ext cx="3442106" cy="2071116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5</a:t>
            </a:r>
          </a:p>
        </p:txBody>
      </p:sp>
      <p:sp>
        <p:nvSpPr>
          <p:cNvPr id="8" name="Picture Placeholder 7" descr="사진 자리 — 아이콘을 누르면 사진을 넣을 수 있어요"/>
          <p:cNvSpPr>
            <a:spLocks noGrp="1"/>
          </p:cNvSpPr>
          <p:nvPr>
            <p:ph type="pic" idx="17" sz="quarter"/>
          </p:nvPr>
        </p:nvSpPr>
        <p:spPr>
          <a:xfrm>
            <a:off x="4374794" y="4101084"/>
            <a:ext cx="3442106" cy="2071116"/>
          </a:xfrm>
          <a:prstGeom prst="roundRect">
            <a:avLst>
              <a:gd name="adj" fmla="val 6000"/>
            </a:avLst>
          </a:prstGeom>
        </p:spPr>
      </p:sp>
      <p:sp>
        <p:nvSpPr>
          <p:cNvPr id="18" name="사진 바탕 6"/>
          <p:cNvSpPr/>
          <p:nvPr/>
        </p:nvSpPr>
        <p:spPr>
          <a:xfrm>
            <a:off x="8018068" y="4101084"/>
            <a:ext cx="3442106" cy="2071116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6</a:t>
            </a:r>
          </a:p>
        </p:txBody>
      </p:sp>
      <p:sp>
        <p:nvSpPr>
          <p:cNvPr id="9" name="Picture Placeholder 8" descr="사진 자리 — 아이콘을 누르면 사진을 넣을 수 있어요"/>
          <p:cNvSpPr>
            <a:spLocks noGrp="1"/>
          </p:cNvSpPr>
          <p:nvPr>
            <p:ph type="pic" idx="18" sz="quarter"/>
          </p:nvPr>
        </p:nvSpPr>
        <p:spPr>
          <a:xfrm>
            <a:off x="8018068" y="4101084"/>
            <a:ext cx="3442106" cy="2071116"/>
          </a:xfrm>
          <a:prstGeom prst="roundRect">
            <a:avLst>
              <a:gd name="adj" fmla="val 6000"/>
            </a:avLst>
          </a:prstGeom>
        </p:spPr>
      </p:sp>
      <p:sp>
        <p:nvSpPr>
          <p:cNvPr id="12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AA2070-5B6C-4CD4-9FFF-BAAE87AE4D9F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  <p:transition spd="med">
    <p:cover dir="l"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MESSAGE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가족에게 한마디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A0199B-D853-4758-B131-39B30D9090A3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  <p:transition spd="med">
    <p:cover dir="l"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rPr lang="ko-KR"/>
              <a:t>CRIMSON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CRIMSON  ·  FAMILY ALBUM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우리 가족 소개를 마칩니다</a:t>
            </a:r>
          </a:p>
        </p:txBody>
      </p:sp>
      <p:sp>
        <p:nvSpPr>
          <p:cNvPr id="5" name="Subtitle 4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읽어 주셔서 고맙습니다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고맙습니다 · 가족 이름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3대 가족 가족 소개">
  <a:themeElements>
    <a:clrScheme name="3대 가족 가족 소개">
      <a:dk1>
        <a:srgbClr val="48373A"/>
      </a:dk1>
      <a:lt1>
        <a:srgbClr val="FEFCFB"/>
      </a:lt1>
      <a:dk2>
        <a:srgbClr val="3A0F16"/>
      </a:dk2>
      <a:lt2>
        <a:srgbClr val="FAF3F1"/>
      </a:lt2>
      <a:accent1>
        <a:srgbClr val="B3202F"/>
      </a:accent1>
      <a:accent2>
        <a:srgbClr val="1F2A44"/>
      </a:accent2>
      <a:accent3>
        <a:srgbClr val="8B7478"/>
      </a:accent3>
      <a:accent4>
        <a:srgbClr val="ECC9CA"/>
      </a:accent4>
      <a:accent5>
        <a:srgbClr val="C6A15B"/>
      </a:accent5>
      <a:accent6>
        <a:srgbClr val="828492"/>
      </a:accent6>
      <a:hlink>
        <a:srgbClr val="3A0F16"/>
      </a:hlink>
      <a:folHlink>
        <a:srgbClr val="8B7478"/>
      </a:folHlink>
    </a:clrScheme>
    <a:fontScheme name="3대 가족 가족 소개">
      <a:majorFont>
        <a:latin typeface="Georgia"/>
        <a:ea typeface="바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3대 가족 가족 소개</dc:title>
  <dc:subject>3대 가족 가족 소개 슬라이드</dc:subject>
  <dc:creator>반딧불이의 곳간</dc:creator>
  <cp:keywords>가족,소개,PPT</cp:keywords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>템플릿</cp:category>
  <dc:language>ko-KR</dc:language>
</cp:coreProperties>
</file>