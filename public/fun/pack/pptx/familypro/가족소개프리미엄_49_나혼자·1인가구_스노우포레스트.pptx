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D4311DC-8DD4-4862-999E-58F386A0B13E}">
          <p14:sldIdLst>
            <p14:sldId id="256"/>
          </p14:sldIdLst>
        </p14:section>
        <p14:section name="본문" id="{2160CB17-E9E9-4F6D-91E1-1A4406284DD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D22CAE6-F986-4D44-B33C-693A8145143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BDFD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AC1B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79A67F04-C372-48C5-A608-35214B17087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99B00457-9421-480B-984E-A4AE1866A6B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315DB2FB-35AF-4A70-91D3-DC5A8F70ABA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SNOW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그믐밤 혼자 켜 놓은 텔레비전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SNOW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208109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8109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1" name="사진 바탕 2"/>
          <p:cNvSpPr/>
          <p:nvPr/>
        </p:nvSpPr>
        <p:spPr>
          <a:xfrm>
            <a:off x="555063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55063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6" name="사진 바탕 3"/>
          <p:cNvSpPr/>
          <p:nvPr/>
        </p:nvSpPr>
        <p:spPr>
          <a:xfrm>
            <a:off x="90201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90201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E20D7-2BB7-4A89-A157-14978ABB4368}" type="slidenum">
              <a:rPr lang="en-US"/>
              <a:t>‹#›</a:t>
            </a:fld>
            <a:endParaRPr lang="en-US"/>
          </a:p>
        </p:txBody>
      </p:sp>
      <p:sp>
        <p:nvSpPr>
          <p:cNvPr id="14" name="나 카드"/>
          <p:cNvSpPr/>
          <p:nvPr/>
        </p:nvSpPr>
        <p:spPr>
          <a:xfrm>
            <a:off x="1417319" y="1828800"/>
            <a:ext cx="3195218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옆 선"/>
          <p:cNvSpPr/>
          <p:nvPr/>
        </p:nvSpPr>
        <p:spPr>
          <a:xfrm>
            <a:off x="1417319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나 이름"/>
          <p:cNvSpPr txBox="1"/>
          <p:nvPr/>
        </p:nvSpPr>
        <p:spPr>
          <a:xfrm>
            <a:off x="1417319" y="4320540"/>
            <a:ext cx="31952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8" name="나 소개"/>
          <p:cNvSpPr txBox="1"/>
          <p:nvPr/>
        </p:nvSpPr>
        <p:spPr>
          <a:xfrm>
            <a:off x="1508760" y="4777740"/>
            <a:ext cx="301233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9" name="내 공간 카드"/>
          <p:cNvSpPr/>
          <p:nvPr/>
        </p:nvSpPr>
        <p:spPr>
          <a:xfrm>
            <a:off x="4886858" y="1828800"/>
            <a:ext cx="3195218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옆 선"/>
          <p:cNvSpPr/>
          <p:nvPr/>
        </p:nvSpPr>
        <p:spPr>
          <a:xfrm>
            <a:off x="4886858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내 공간 이름"/>
          <p:cNvSpPr txBox="1"/>
          <p:nvPr/>
        </p:nvSpPr>
        <p:spPr>
          <a:xfrm>
            <a:off x="4886858" y="4320540"/>
            <a:ext cx="31952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3" name="내 공간 소개"/>
          <p:cNvSpPr txBox="1"/>
          <p:nvPr/>
        </p:nvSpPr>
        <p:spPr>
          <a:xfrm>
            <a:off x="4978298" y="4777740"/>
            <a:ext cx="301233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4" name="내 하루 카드"/>
          <p:cNvSpPr/>
          <p:nvPr/>
        </p:nvSpPr>
        <p:spPr>
          <a:xfrm>
            <a:off x="8356396" y="1828800"/>
            <a:ext cx="3195218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옆 선"/>
          <p:cNvSpPr/>
          <p:nvPr/>
        </p:nvSpPr>
        <p:spPr>
          <a:xfrm>
            <a:off x="8356396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내 하루 이름"/>
          <p:cNvSpPr txBox="1"/>
          <p:nvPr/>
        </p:nvSpPr>
        <p:spPr>
          <a:xfrm>
            <a:off x="8356396" y="4320540"/>
            <a:ext cx="31952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8" name="내 하루 소개"/>
          <p:cNvSpPr txBox="1"/>
          <p:nvPr/>
        </p:nvSpPr>
        <p:spPr>
          <a:xfrm>
            <a:off x="8447836" y="4777740"/>
            <a:ext cx="301233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SNOW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2E7CC-FA18-4B81-9858-B7C4A34236A5}" type="slidenum">
              <a:rPr lang="en-US"/>
              <a:t>‹#›</a:t>
            </a:fld>
            <a:endParaRPr lang="en-US"/>
          </a:p>
        </p:txBody>
      </p:sp>
      <p:grpSp>
        <p:nvGrpSpPr>
          <p:cNvPr id="6" name="때 1"/>
          <p:cNvGrpSpPr/>
          <p:nvPr/>
        </p:nvGrpSpPr>
        <p:grpSpPr>
          <a:xfrm>
            <a:off x="1463039" y="3246120"/>
            <a:ext cx="2442133" cy="2788920"/>
            <a:chOff x="1463039" y="3246120"/>
            <a:chExt cx="2442133" cy="2788920"/>
          </a:xfrm>
        </p:grpSpPr>
        <p:sp>
          <p:nvSpPr>
            <p:cNvPr id="7" name="단계 화살표"/>
            <p:cNvSpPr/>
            <p:nvPr/>
          </p:nvSpPr>
          <p:spPr>
            <a:xfrm>
              <a:off x="1463039" y="3246120"/>
              <a:ext cx="244213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태어난 곳</a:t>
              </a:r>
            </a:p>
          </p:txBody>
        </p:sp>
        <p:sp>
          <p:nvSpPr>
            <p:cNvPr id="8" name="제목"/>
            <p:cNvSpPr txBox="1"/>
            <p:nvPr/>
          </p:nvSpPr>
          <p:spPr>
            <a:xfrm>
              <a:off x="1508760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9" name="내용"/>
            <p:cNvSpPr txBox="1"/>
            <p:nvPr/>
          </p:nvSpPr>
          <p:spPr>
            <a:xfrm>
              <a:off x="1508760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10" name="때 2"/>
          <p:cNvGrpSpPr/>
          <p:nvPr/>
        </p:nvGrpSpPr>
        <p:grpSpPr>
          <a:xfrm>
            <a:off x="3996613" y="3246120"/>
            <a:ext cx="2442133" cy="2788920"/>
            <a:chOff x="3996613" y="3246120"/>
            <a:chExt cx="2442133" cy="2788920"/>
          </a:xfrm>
        </p:grpSpPr>
        <p:sp>
          <p:nvSpPr>
            <p:cNvPr id="11" name="단계 화살표"/>
            <p:cNvSpPr/>
            <p:nvPr/>
          </p:nvSpPr>
          <p:spPr>
            <a:xfrm>
              <a:off x="3996613" y="3246120"/>
              <a:ext cx="244213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학창 시절</a:t>
              </a:r>
            </a:p>
          </p:txBody>
        </p:sp>
        <p:sp>
          <p:nvSpPr>
            <p:cNvPr id="12" name="제목"/>
            <p:cNvSpPr txBox="1"/>
            <p:nvPr/>
          </p:nvSpPr>
          <p:spPr>
            <a:xfrm>
              <a:off x="4042333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3" name="내용"/>
            <p:cNvSpPr txBox="1"/>
            <p:nvPr/>
          </p:nvSpPr>
          <p:spPr>
            <a:xfrm>
              <a:off x="4042333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4" name="때 3"/>
          <p:cNvGrpSpPr/>
          <p:nvPr/>
        </p:nvGrpSpPr>
        <p:grpSpPr>
          <a:xfrm>
            <a:off x="6530187" y="3246120"/>
            <a:ext cx="2442133" cy="2788920"/>
            <a:chOff x="6530187" y="3246120"/>
            <a:chExt cx="2442133" cy="2788920"/>
          </a:xfrm>
        </p:grpSpPr>
        <p:sp>
          <p:nvSpPr>
            <p:cNvPr id="15" name="단계 화살표"/>
            <p:cNvSpPr/>
            <p:nvPr/>
          </p:nvSpPr>
          <p:spPr>
            <a:xfrm>
              <a:off x="6530187" y="3246120"/>
              <a:ext cx="244213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혼자 시작한 날</a:t>
              </a:r>
            </a:p>
          </p:txBody>
        </p:sp>
        <p:sp>
          <p:nvSpPr>
            <p:cNvPr id="16" name="제목"/>
            <p:cNvSpPr txBox="1"/>
            <p:nvPr/>
          </p:nvSpPr>
          <p:spPr>
            <a:xfrm>
              <a:off x="6575907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17" name="내용"/>
            <p:cNvSpPr txBox="1"/>
            <p:nvPr/>
          </p:nvSpPr>
          <p:spPr>
            <a:xfrm>
              <a:off x="6575907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18" name="때 4"/>
          <p:cNvGrpSpPr/>
          <p:nvPr/>
        </p:nvGrpSpPr>
        <p:grpSpPr>
          <a:xfrm>
            <a:off x="9063761" y="3246120"/>
            <a:ext cx="2442133" cy="2788920"/>
            <a:chOff x="9063761" y="3246120"/>
            <a:chExt cx="2442133" cy="2788920"/>
          </a:xfrm>
        </p:grpSpPr>
        <p:sp>
          <p:nvSpPr>
            <p:cNvPr id="19" name="단계 화살표"/>
            <p:cNvSpPr/>
            <p:nvPr/>
          </p:nvSpPr>
          <p:spPr>
            <a:xfrm>
              <a:off x="9063761" y="3246120"/>
              <a:ext cx="244213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9109481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9109481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SNOW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2F1F-62FC-4F4E-A689-8FD5BC35F158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1417319" y="1828800"/>
            <a:ext cx="10134295" cy="1005840"/>
            <a:chOff x="1417319" y="1828800"/>
            <a:chExt cx="10134295" cy="1005840"/>
          </a:xfrm>
        </p:grpSpPr>
        <p:sp>
          <p:nvSpPr>
            <p:cNvPr id="7" name="줄 바탕"/>
            <p:cNvSpPr/>
            <p:nvPr/>
          </p:nvSpPr>
          <p:spPr>
            <a:xfrm>
              <a:off x="1417319" y="1828800"/>
              <a:ext cx="1013429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옆 선"/>
            <p:cNvSpPr/>
            <p:nvPr/>
          </p:nvSpPr>
          <p:spPr>
            <a:xfrm>
              <a:off x="1417319" y="1828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691639" y="2103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24231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52578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5440680" y="1874519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1417319" y="2971800"/>
            <a:ext cx="10134295" cy="1005840"/>
            <a:chOff x="1417319" y="2971800"/>
            <a:chExt cx="10134295" cy="1005840"/>
          </a:xfrm>
        </p:grpSpPr>
        <p:sp>
          <p:nvSpPr>
            <p:cNvPr id="14" name="줄 바탕"/>
            <p:cNvSpPr/>
            <p:nvPr/>
          </p:nvSpPr>
          <p:spPr>
            <a:xfrm>
              <a:off x="1417319" y="2971800"/>
              <a:ext cx="1013429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1417319" y="2971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/>
            <p:nvPr/>
          </p:nvSpPr>
          <p:spPr>
            <a:xfrm>
              <a:off x="1691639" y="3246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7" name="줄 제목"/>
            <p:cNvSpPr txBox="1"/>
            <p:nvPr/>
          </p:nvSpPr>
          <p:spPr>
            <a:xfrm>
              <a:off x="24231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52578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줄 내용"/>
            <p:cNvSpPr txBox="1"/>
            <p:nvPr/>
          </p:nvSpPr>
          <p:spPr>
            <a:xfrm>
              <a:off x="5440680" y="3017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20" name="줄 3"/>
          <p:cNvGrpSpPr/>
          <p:nvPr/>
        </p:nvGrpSpPr>
        <p:grpSpPr>
          <a:xfrm>
            <a:off x="1417319" y="4114800"/>
            <a:ext cx="10134295" cy="1005840"/>
            <a:chOff x="1417319" y="4114800"/>
            <a:chExt cx="10134295" cy="1005840"/>
          </a:xfrm>
        </p:grpSpPr>
        <p:sp>
          <p:nvSpPr>
            <p:cNvPr id="21" name="줄 바탕"/>
            <p:cNvSpPr/>
            <p:nvPr/>
          </p:nvSpPr>
          <p:spPr>
            <a:xfrm>
              <a:off x="1417319" y="4114800"/>
              <a:ext cx="1013429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옆 선"/>
            <p:cNvSpPr/>
            <p:nvPr/>
          </p:nvSpPr>
          <p:spPr>
            <a:xfrm>
              <a:off x="1417319" y="4114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/>
            <p:nvPr/>
          </p:nvSpPr>
          <p:spPr>
            <a:xfrm>
              <a:off x="1691639" y="4389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4" name="줄 제목"/>
            <p:cNvSpPr txBox="1"/>
            <p:nvPr/>
          </p:nvSpPr>
          <p:spPr>
            <a:xfrm>
              <a:off x="24231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52578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줄 내용"/>
            <p:cNvSpPr txBox="1"/>
            <p:nvPr/>
          </p:nvSpPr>
          <p:spPr>
            <a:xfrm>
              <a:off x="5440680" y="4160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SNOW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3243986" cy="2071116"/>
          </a:xfrm>
          <a:prstGeom prst="rect">
            <a:avLst/>
          </a:prstGeom>
        </p:spPr>
      </p:sp>
      <p:sp>
        <p:nvSpPr>
          <p:cNvPr id="15" name="사진 바탕 2"/>
          <p:cNvSpPr/>
          <p:nvPr/>
        </p:nvSpPr>
        <p:spPr>
          <a:xfrm>
            <a:off x="4862474" y="1828800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862474" y="1828800"/>
            <a:ext cx="3243986" cy="2071116"/>
          </a:xfrm>
          <a:prstGeom prst="rect">
            <a:avLst/>
          </a:prstGeom>
        </p:spPr>
      </p:sp>
      <p:sp>
        <p:nvSpPr>
          <p:cNvPr id="16" name="사진 바탕 3"/>
          <p:cNvSpPr/>
          <p:nvPr/>
        </p:nvSpPr>
        <p:spPr>
          <a:xfrm>
            <a:off x="8307628" y="1828800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307628" y="1828800"/>
            <a:ext cx="3243986" cy="2071116"/>
          </a:xfrm>
          <a:prstGeom prst="rect">
            <a:avLst/>
          </a:prstGeom>
        </p:spPr>
      </p:sp>
      <p:sp>
        <p:nvSpPr>
          <p:cNvPr id="17" name="사진 바탕 4"/>
          <p:cNvSpPr/>
          <p:nvPr/>
        </p:nvSpPr>
        <p:spPr>
          <a:xfrm>
            <a:off x="1417319" y="4101084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1417319" y="4101084"/>
            <a:ext cx="3243986" cy="2071116"/>
          </a:xfrm>
          <a:prstGeom prst="rect">
            <a:avLst/>
          </a:prstGeom>
        </p:spPr>
      </p:sp>
      <p:sp>
        <p:nvSpPr>
          <p:cNvPr id="18" name="사진 바탕 5"/>
          <p:cNvSpPr/>
          <p:nvPr/>
        </p:nvSpPr>
        <p:spPr>
          <a:xfrm>
            <a:off x="4862474" y="4101084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862474" y="4101084"/>
            <a:ext cx="3243986" cy="2071116"/>
          </a:xfrm>
          <a:prstGeom prst="rect">
            <a:avLst/>
          </a:prstGeom>
        </p:spPr>
      </p:sp>
      <p:sp>
        <p:nvSpPr>
          <p:cNvPr id="19" name="사진 바탕 6"/>
          <p:cNvSpPr/>
          <p:nvPr/>
        </p:nvSpPr>
        <p:spPr>
          <a:xfrm>
            <a:off x="8307628" y="4101084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307628" y="4101084"/>
            <a:ext cx="3243986" cy="2071116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EA93B-DA0E-4E0B-9095-1A39C9DA713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SNOW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79-C47A-450C-803D-17EB6B0782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SNOW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374842"/>
      </a:dk1>
      <a:lt1>
        <a:srgbClr val="FCFDFC"/>
      </a:lt1>
      <a:dk2>
        <a:srgbClr val="17342A"/>
      </a:dk2>
      <a:lt2>
        <a:srgbClr val="F4F7F5"/>
      </a:lt2>
      <a:accent1>
        <a:srgbClr val="2F5D4A"/>
      </a:accent1>
      <a:accent2>
        <a:srgbClr val="A9BFB4"/>
      </a:accent2>
      <a:accent3>
        <a:srgbClr val="5A6C65"/>
      </a:accent3>
      <a:accent4>
        <a:srgbClr val="CDD8D3"/>
      </a:accent4>
      <a:accent5>
        <a:srgbClr val="B3B9A8"/>
      </a:accent5>
      <a:accent6>
        <a:srgbClr val="CBD8D1"/>
      </a:accent6>
      <a:hlink>
        <a:srgbClr val="17342A"/>
      </a:hlink>
      <a:folHlink>
        <a:srgbClr val="5A6C65"/>
      </a:folHlink>
    </a:clrScheme>
    <a:fontScheme name="나 혼자 · 1인 가구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