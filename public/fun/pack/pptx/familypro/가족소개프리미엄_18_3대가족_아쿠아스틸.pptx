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F846C4E-8A21-4564-AA5F-1F1780DC922C}">
          <p14:sldIdLst>
            <p14:sldId id="256"/>
          </p14:sldIdLst>
        </p14:section>
        <p14:section name="본문" id="{30D9130A-672A-4A6A-A524-5FBB63FCB86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D395F2F-0DB3-45E2-80A1-27EF2C7579A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61E0A52-7D47-444C-9D4C-2BBEE608F9B9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D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79C02E5-0903-4E67-9D83-5DF70A9F705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6B36E58-7369-4197-9BCF-FBD8BD10ADF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바닷가 등대까지 걸어간 휴가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2793949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rect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4627778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rect">
            <a:avLst/>
          </a:prstGeom>
        </p:spPr>
      </p:sp>
      <p:sp>
        <p:nvSpPr>
          <p:cNvPr id="26" name="사진 바탕 4"/>
          <p:cNvSpPr/>
          <p:nvPr/>
        </p:nvSpPr>
        <p:spPr>
          <a:xfrm>
            <a:off x="6461607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rect">
            <a:avLst/>
          </a:prstGeom>
        </p:spPr>
      </p:sp>
      <p:sp>
        <p:nvSpPr>
          <p:cNvPr id="30" name="사진 바탕 5"/>
          <p:cNvSpPr/>
          <p:nvPr/>
        </p:nvSpPr>
        <p:spPr>
          <a:xfrm>
            <a:off x="8295436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rect">
            <a:avLst/>
          </a:prstGeom>
        </p:spPr>
      </p:sp>
      <p:sp>
        <p:nvSpPr>
          <p:cNvPr id="34" name="사진 바탕 6"/>
          <p:cNvSpPr/>
          <p:nvPr/>
        </p:nvSpPr>
        <p:spPr>
          <a:xfrm>
            <a:off x="10129265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26B0F-95F3-4AFC-9E07-F8C4D5F9B3C9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6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7" name="할머니 카드"/>
          <p:cNvSpPr/>
          <p:nvPr/>
        </p:nvSpPr>
        <p:spPr>
          <a:xfrm>
            <a:off x="2565349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0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1" name="아빠 카드"/>
          <p:cNvSpPr/>
          <p:nvPr/>
        </p:nvSpPr>
        <p:spPr>
          <a:xfrm>
            <a:off x="4399178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4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5" name="엄마 카드"/>
          <p:cNvSpPr/>
          <p:nvPr/>
        </p:nvSpPr>
        <p:spPr>
          <a:xfrm>
            <a:off x="6233007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8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9" name="큰아이 카드"/>
          <p:cNvSpPr/>
          <p:nvPr/>
        </p:nvSpPr>
        <p:spPr>
          <a:xfrm>
            <a:off x="8066836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2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3" name="작은아이 카드"/>
          <p:cNvSpPr/>
          <p:nvPr/>
        </p:nvSpPr>
        <p:spPr>
          <a:xfrm>
            <a:off x="9900665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36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64CAA-20A6-4BA9-8703-1E38584AB262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57BF-952E-456C-972F-B1A64DD8BAC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86CB4-0B23-4D7C-9DFA-25DBCC3133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5A8D0-5CBB-4F78-9E9E-784D98652B1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374648"/>
      </a:dk1>
      <a:lt1>
        <a:srgbClr val="FBFDFD"/>
      </a:lt1>
      <a:dk2>
        <a:srgbClr val="123D44"/>
      </a:dk2>
      <a:lt2>
        <a:srgbClr val="F0F7F7"/>
      </a:lt2>
      <a:accent1>
        <a:srgbClr val="2F8F9A"/>
      </a:accent1>
      <a:accent2>
        <a:srgbClr val="8FB5BD"/>
      </a:accent2>
      <a:accent3>
        <a:srgbClr val="72898D"/>
      </a:accent3>
      <a:accent4>
        <a:srgbClr val="C9E2E4"/>
      </a:accent4>
      <a:accent5>
        <a:srgbClr val="B2C4C8"/>
      </a:accent5>
      <a:accent6>
        <a:srgbClr val="BBD3D7"/>
      </a:accent6>
      <a:hlink>
        <a:srgbClr val="123D44"/>
      </a:hlink>
      <a:folHlink>
        <a:srgbClr val="72898D"/>
      </a:folHlink>
    </a:clrScheme>
    <a:fontScheme name="3대 가족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