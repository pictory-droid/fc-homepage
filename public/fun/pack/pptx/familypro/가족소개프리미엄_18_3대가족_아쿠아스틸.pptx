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F17809F-C1E0-43A4-9FAF-A6343C0F49FF}">
          <p14:sldIdLst>
            <p14:sldId id="256"/>
          </p14:sldIdLst>
        </p14:section>
        <p14:section name="본문" id="{FF59CE7D-E359-42A3-B9DE-45A3A4077B8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6C5E9F8-92AC-4C79-8DF6-389814D6BC7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91ED6FC-B243-4223-AF8C-828B12E2CA39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D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6C5C7F6-42D7-433A-827D-C371A917921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E34FA77-F3E0-44BD-A975-0CE166B7D7A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바닷가 등대까지 걸어간 여름휴가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26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0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34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DD6DF7-33F2-4C43-8133-AC3C3BC13A95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6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17" name="할머니 카드"/>
          <p:cNvSpPr/>
          <p:nvPr/>
        </p:nvSpPr>
        <p:spPr>
          <a:xfrm>
            <a:off x="2565349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0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손주에게 한마디</a:t>
            </a:r>
          </a:p>
        </p:txBody>
      </p:sp>
      <p:sp>
        <p:nvSpPr>
          <p:cNvPr id="21" name="아빠 카드"/>
          <p:cNvSpPr/>
          <p:nvPr/>
        </p:nvSpPr>
        <p:spPr>
          <a:xfrm>
            <a:off x="4399178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4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5" name="엄마 카드"/>
          <p:cNvSpPr/>
          <p:nvPr/>
        </p:nvSpPr>
        <p:spPr>
          <a:xfrm>
            <a:off x="6233007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8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9" name="큰아이 카드"/>
          <p:cNvSpPr/>
          <p:nvPr/>
        </p:nvSpPr>
        <p:spPr>
          <a:xfrm>
            <a:off x="8066836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2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  <p:sp>
        <p:nvSpPr>
          <p:cNvPr id="33" name="작은아이 카드"/>
          <p:cNvSpPr/>
          <p:nvPr/>
        </p:nvSpPr>
        <p:spPr>
          <a:xfrm>
            <a:off x="9900665" y="1828800"/>
            <a:ext cx="1559509" cy="3205429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1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36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D2C4B-392A-490C-986B-8F395533F1A9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할아버지 할머니의 이야기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부모가 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온 가족 모임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453D9-0627-4802-907A-95679F337FCB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62CFF-3EDE-4B66-94BA-8D2933FD6A1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913225-F308-42EF-B7F5-8880582C3F8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374648"/>
      </a:dk1>
      <a:lt1>
        <a:srgbClr val="FBFDFD"/>
      </a:lt1>
      <a:dk2>
        <a:srgbClr val="123D44"/>
      </a:dk2>
      <a:lt2>
        <a:srgbClr val="F0F7F7"/>
      </a:lt2>
      <a:accent1>
        <a:srgbClr val="2F8F9A"/>
      </a:accent1>
      <a:accent2>
        <a:srgbClr val="8FB5BD"/>
      </a:accent2>
      <a:accent3>
        <a:srgbClr val="72898D"/>
      </a:accent3>
      <a:accent4>
        <a:srgbClr val="C9E2E4"/>
      </a:accent4>
      <a:accent5>
        <a:srgbClr val="B2C4C8"/>
      </a:accent5>
      <a:accent6>
        <a:srgbClr val="BBD3D7"/>
      </a:accent6>
      <a:hlink>
        <a:srgbClr val="123D44"/>
      </a:hlink>
      <a:folHlink>
        <a:srgbClr val="72898D"/>
      </a:folHlink>
    </a:clrScheme>
    <a:fontScheme name="3대 가족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