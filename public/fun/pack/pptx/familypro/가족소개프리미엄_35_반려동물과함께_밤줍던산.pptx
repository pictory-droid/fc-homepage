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937EF50-FDBC-4181-8D41-746F113EE4B1}">
          <p14:sldIdLst>
            <p14:sldId id="256"/>
          </p14:sldIdLst>
        </p14:section>
        <p14:section name="본문" id="{964D11CB-A4DE-4A75-894B-EAFFE440612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A467DDE-BBED-4AF6-9239-C69A69BE2BA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Sun 6"/>
            <p:cNvSpPr/>
            <p:nvPr/>
          </p:nvSpPr>
          <p:spPr>
            <a:xfrm>
              <a:off x="9738103" y="1554480"/>
              <a:ext cx="1005840" cy="10058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C5AF54C-A2F1-4312-89A8-F03AA8AC3521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Sun 3"/>
            <p:cNvSpPr/>
            <p:nvPr/>
          </p:nvSpPr>
          <p:spPr>
            <a:xfrm>
              <a:off x="5958687" y="1344168"/>
              <a:ext cx="274320" cy="27432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Sun 6"/>
            <p:cNvSpPr/>
            <p:nvPr/>
          </p:nvSpPr>
          <p:spPr>
            <a:xfrm>
              <a:off x="9738103" y="1554480"/>
              <a:ext cx="1005840" cy="10058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2308412-F4CE-4B75-8192-C6C3C531D12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Sun 3"/>
            <p:cNvSpPr/>
            <p:nvPr/>
          </p:nvSpPr>
          <p:spPr>
            <a:xfrm>
              <a:off x="5958687" y="1344168"/>
              <a:ext cx="274320" cy="27432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BD56D9E-A99F-4A50-94BA-359989061F3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밤 줍는 옆에서 낙엽 물고 온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ECF18-2E04-404A-8830-913153550731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74F27-D502-4530-A384-ADDB21E298F3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4C78-6702-4907-AC08-3D06FB7B8AB1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F605-63E7-4C6B-ACB7-D14C4A3C47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EBB73-0C6C-4251-837E-8AF4B61E6D8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4A643A"/>
      </a:dk2>
      <a:lt2>
        <a:srgbClr val="F5ECE2"/>
      </a:lt2>
      <a:accent1>
        <a:srgbClr val="CFA67C"/>
      </a:accent1>
      <a:accent2>
        <a:srgbClr val="838DBE"/>
      </a:accent2>
      <a:accent3>
        <a:srgbClr val="4E3D2C"/>
      </a:accent3>
      <a:accent4>
        <a:srgbClr val="F0DECB"/>
      </a:accent4>
      <a:accent5>
        <a:srgbClr val="C0E0A3"/>
      </a:accent5>
      <a:accent6>
        <a:srgbClr val="E6BCCC"/>
      </a:accent6>
      <a:hlink>
        <a:srgbClr val="4A643A"/>
      </a:hlink>
      <a:folHlink>
        <a:srgbClr val="4E3D2C"/>
      </a:folHlink>
    </a:clrScheme>
    <a:fontScheme name="반려동물과 함께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