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AFF56BDD-B7AB-4CB7-AFCC-C8A4231BABF5}">
          <p14:sldIdLst>
            <p14:sldId id="256"/>
          </p14:sldIdLst>
        </p14:section>
        <p14:section name="본문" id="{E06BA031-0179-4EDE-B8BC-CCDF218505F8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4386F90B-BE4D-44C2-BDFA-5F02042F8830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3444087" y="594360"/>
            <a:ext cx="53035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15D05F22-9364-4FBE-B741-0C720F5AA2CC}" type="slidenum">
              <a:rPr lang="en-US"/>
              <a:t>‹#›</a:t>
            </a:fld>
          </a:p>
        </p:txBody>
      </p:sp>
      <p:sp>
        <p:nvSpPr>
          <p:cNvPr id="2" name="제목 알약"/>
          <p:cNvSpPr/>
          <p:nvPr/>
        </p:nvSpPr>
        <p:spPr>
          <a:xfrm>
            <a:off x="3169767" y="594360"/>
            <a:ext cx="58521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1D1D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6A7A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3444087" y="594360"/>
            <a:ext cx="53035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3FB6FA0E-B2DD-4EFC-8DB4-8FC280527A0B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제목 알약"/>
          <p:cNvSpPr/>
          <p:nvPr/>
        </p:nvSpPr>
        <p:spPr>
          <a:xfrm>
            <a:off x="3169767" y="594360"/>
            <a:ext cx="58521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7B4F3800-6B8A-4F27-B7FC-319B606E1C66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8" name="Diamond 7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11" name="Connector 10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12" name="Diamond 11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OPAL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도시락 싸 들고 오월 숲길로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3대 가족 · 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960120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960120" y="2057400"/>
            <a:ext cx="1102309" cy="1102309"/>
          </a:xfrm>
          <a:prstGeom prst="rect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2793949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2793949" y="2057400"/>
            <a:ext cx="1102309" cy="1102309"/>
          </a:xfrm>
          <a:prstGeom prst="rect">
            <a:avLst/>
          </a:prstGeom>
        </p:spPr>
      </p:sp>
      <p:sp>
        <p:nvSpPr>
          <p:cNvPr id="25" name="사진 바탕 3"/>
          <p:cNvSpPr/>
          <p:nvPr/>
        </p:nvSpPr>
        <p:spPr>
          <a:xfrm>
            <a:off x="4627778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4627778" y="2057400"/>
            <a:ext cx="1102309" cy="1102309"/>
          </a:xfrm>
          <a:prstGeom prst="rect">
            <a:avLst/>
          </a:prstGeom>
        </p:spPr>
      </p:sp>
      <p:sp>
        <p:nvSpPr>
          <p:cNvPr id="30" name="사진 바탕 4"/>
          <p:cNvSpPr/>
          <p:nvPr/>
        </p:nvSpPr>
        <p:spPr>
          <a:xfrm>
            <a:off x="6461607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61607" y="2057400"/>
            <a:ext cx="1102309" cy="1102309"/>
          </a:xfrm>
          <a:prstGeom prst="rect">
            <a:avLst/>
          </a:prstGeom>
        </p:spPr>
      </p:sp>
      <p:sp>
        <p:nvSpPr>
          <p:cNvPr id="35" name="사진 바탕 5"/>
          <p:cNvSpPr/>
          <p:nvPr/>
        </p:nvSpPr>
        <p:spPr>
          <a:xfrm>
            <a:off x="8295436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8295436" y="2057400"/>
            <a:ext cx="1102309" cy="1102309"/>
          </a:xfrm>
          <a:prstGeom prst="rect">
            <a:avLst/>
          </a:prstGeom>
        </p:spPr>
      </p:sp>
      <p:sp>
        <p:nvSpPr>
          <p:cNvPr id="40" name="사진 바탕 6"/>
          <p:cNvSpPr/>
          <p:nvPr/>
        </p:nvSpPr>
        <p:spPr>
          <a:xfrm>
            <a:off x="10129265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10129265" y="2057400"/>
            <a:ext cx="1102309" cy="1102309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15711-06E3-4671-891D-C8B990D898F0}" type="slidenum">
              <a:rPr lang="en-US"/>
              <a:t>‹#›</a:t>
            </a:fld>
            <a:endParaRPr lang="en-US"/>
          </a:p>
        </p:txBody>
      </p:sp>
      <p:sp>
        <p:nvSpPr>
          <p:cNvPr id="13" name="할아버지 카드"/>
          <p:cNvSpPr/>
          <p:nvPr/>
        </p:nvSpPr>
        <p:spPr>
          <a:xfrm>
            <a:off x="731520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윗선"/>
          <p:cNvSpPr/>
          <p:nvPr/>
        </p:nvSpPr>
        <p:spPr>
          <a:xfrm>
            <a:off x="731520" y="1828800"/>
            <a:ext cx="155950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할아버지 이름"/>
          <p:cNvSpPr txBox="1"/>
          <p:nvPr/>
        </p:nvSpPr>
        <p:spPr>
          <a:xfrm>
            <a:off x="731520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할아버지</a:t>
            </a:r>
          </a:p>
        </p:txBody>
      </p:sp>
      <p:sp>
        <p:nvSpPr>
          <p:cNvPr id="17" name="할아버지 소개"/>
          <p:cNvSpPr txBox="1"/>
          <p:nvPr/>
        </p:nvSpPr>
        <p:spPr>
          <a:xfrm>
            <a:off x="822960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성함 · 연세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좋아하시는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손주에게 한마디</a:t>
            </a:r>
          </a:p>
        </p:txBody>
      </p:sp>
      <p:sp>
        <p:nvSpPr>
          <p:cNvPr id="18" name="할머니 카드"/>
          <p:cNvSpPr/>
          <p:nvPr/>
        </p:nvSpPr>
        <p:spPr>
          <a:xfrm>
            <a:off x="2565349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윗선"/>
          <p:cNvSpPr/>
          <p:nvPr/>
        </p:nvSpPr>
        <p:spPr>
          <a:xfrm>
            <a:off x="2565349" y="1828800"/>
            <a:ext cx="155950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할머니 이름"/>
          <p:cNvSpPr txBox="1"/>
          <p:nvPr/>
        </p:nvSpPr>
        <p:spPr>
          <a:xfrm>
            <a:off x="2565349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할머니</a:t>
            </a:r>
          </a:p>
        </p:txBody>
      </p:sp>
      <p:sp>
        <p:nvSpPr>
          <p:cNvPr id="22" name="할머니 소개"/>
          <p:cNvSpPr txBox="1"/>
          <p:nvPr/>
        </p:nvSpPr>
        <p:spPr>
          <a:xfrm>
            <a:off x="2656789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성함 · 연세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좋아하시는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손주에게 한마디</a:t>
            </a:r>
          </a:p>
        </p:txBody>
      </p:sp>
      <p:sp>
        <p:nvSpPr>
          <p:cNvPr id="23" name="아빠 카드"/>
          <p:cNvSpPr/>
          <p:nvPr/>
        </p:nvSpPr>
        <p:spPr>
          <a:xfrm>
            <a:off x="4399178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윗선"/>
          <p:cNvSpPr/>
          <p:nvPr/>
        </p:nvSpPr>
        <p:spPr>
          <a:xfrm>
            <a:off x="4399178" y="1828800"/>
            <a:ext cx="155950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아빠 이름"/>
          <p:cNvSpPr txBox="1"/>
          <p:nvPr/>
        </p:nvSpPr>
        <p:spPr>
          <a:xfrm>
            <a:off x="4399178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아빠</a:t>
            </a:r>
          </a:p>
        </p:txBody>
      </p:sp>
      <p:sp>
        <p:nvSpPr>
          <p:cNvPr id="27" name="아빠 소개"/>
          <p:cNvSpPr txBox="1"/>
          <p:nvPr/>
        </p:nvSpPr>
        <p:spPr>
          <a:xfrm>
            <a:off x="4490618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28" name="엄마 카드"/>
          <p:cNvSpPr/>
          <p:nvPr/>
        </p:nvSpPr>
        <p:spPr>
          <a:xfrm>
            <a:off x="6233007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9" name="윗선"/>
          <p:cNvSpPr/>
          <p:nvPr/>
        </p:nvSpPr>
        <p:spPr>
          <a:xfrm>
            <a:off x="6233007" y="1828800"/>
            <a:ext cx="155950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엄마 이름"/>
          <p:cNvSpPr txBox="1"/>
          <p:nvPr/>
        </p:nvSpPr>
        <p:spPr>
          <a:xfrm>
            <a:off x="6233007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엄마</a:t>
            </a:r>
          </a:p>
        </p:txBody>
      </p:sp>
      <p:sp>
        <p:nvSpPr>
          <p:cNvPr id="32" name="엄마 소개"/>
          <p:cNvSpPr txBox="1"/>
          <p:nvPr/>
        </p:nvSpPr>
        <p:spPr>
          <a:xfrm>
            <a:off x="6324447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33" name="큰아이 카드"/>
          <p:cNvSpPr/>
          <p:nvPr/>
        </p:nvSpPr>
        <p:spPr>
          <a:xfrm>
            <a:off x="8066836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4" name="윗선"/>
          <p:cNvSpPr/>
          <p:nvPr/>
        </p:nvSpPr>
        <p:spPr>
          <a:xfrm>
            <a:off x="8066836" y="1828800"/>
            <a:ext cx="155950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큰아이 이름"/>
          <p:cNvSpPr txBox="1"/>
          <p:nvPr/>
        </p:nvSpPr>
        <p:spPr>
          <a:xfrm>
            <a:off x="8066836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큰아이</a:t>
            </a:r>
          </a:p>
        </p:txBody>
      </p:sp>
      <p:sp>
        <p:nvSpPr>
          <p:cNvPr id="37" name="큰아이 소개"/>
          <p:cNvSpPr txBox="1"/>
          <p:nvPr/>
        </p:nvSpPr>
        <p:spPr>
          <a:xfrm>
            <a:off x="8158276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한마디</a:t>
            </a:r>
          </a:p>
        </p:txBody>
      </p:sp>
      <p:sp>
        <p:nvSpPr>
          <p:cNvPr id="38" name="작은아이 카드"/>
          <p:cNvSpPr/>
          <p:nvPr/>
        </p:nvSpPr>
        <p:spPr>
          <a:xfrm>
            <a:off x="9900665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9" name="윗선"/>
          <p:cNvSpPr/>
          <p:nvPr/>
        </p:nvSpPr>
        <p:spPr>
          <a:xfrm>
            <a:off x="9900665" y="1828800"/>
            <a:ext cx="155950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작은아이 이름"/>
          <p:cNvSpPr txBox="1"/>
          <p:nvPr/>
        </p:nvSpPr>
        <p:spPr>
          <a:xfrm>
            <a:off x="9900665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작은아이</a:t>
            </a:r>
          </a:p>
        </p:txBody>
      </p:sp>
      <p:sp>
        <p:nvSpPr>
          <p:cNvPr id="42" name="작은아이 소개"/>
          <p:cNvSpPr txBox="1"/>
          <p:nvPr/>
        </p:nvSpPr>
        <p:spPr>
          <a:xfrm>
            <a:off x="9992105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한마디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D9A96-DC16-4E10-8D65-6D50E4BCA319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할아버지 할머니의 이야기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뿌리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가족의 시작을 적어요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부모가 된 날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새로운 가지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온 가족 모임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한자리에 모인 날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즐거웠던 명절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B2AEC-41B8-4168-9801-B461E0AC9835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005840" y="21031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명절에는 모두 한자리에 모이기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3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731520" y="2971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1005840" y="32461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어른께 먼저 안부 전하기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0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731520" y="4114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1005840" y="43891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한 달에 한 번 가족 식사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8D41A-6486-49AB-B231-7345E37AC83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5F135-4E9C-46C3-8255-629DC6693E5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OPAL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3대 가족 가족 소개">
  <a:themeElements>
    <a:clrScheme name="3대 가족 가족 소개">
      <a:dk1>
        <a:srgbClr val="2F303D"/>
      </a:dk1>
      <a:lt1>
        <a:srgbClr val="FDFDFC"/>
      </a:lt1>
      <a:dk2>
        <a:srgbClr val="3C3F5C"/>
      </a:dk2>
      <a:lt2>
        <a:srgbClr val="F8F7F5"/>
      </a:lt2>
      <a:accent1>
        <a:srgbClr val="9A9DBA"/>
      </a:accent1>
      <a:accent2>
        <a:srgbClr val="D6B7A8"/>
      </a:accent2>
      <a:accent3>
        <a:srgbClr val="2C2E40"/>
      </a:accent3>
      <a:accent4>
        <a:srgbClr val="E5E5E9"/>
      </a:accent4>
      <a:accent5>
        <a:srgbClr val="C6B9AF"/>
      </a:accent5>
      <a:accent6>
        <a:srgbClr val="E5D4CB"/>
      </a:accent6>
      <a:hlink>
        <a:srgbClr val="3C3F5C"/>
      </a:hlink>
      <a:folHlink>
        <a:srgbClr val="2C2E40"/>
      </a:folHlink>
    </a:clrScheme>
    <a:fontScheme name="3대 가족 가족 소개">
      <a:majorFont>
        <a:latin typeface="Constant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>3대 가족 가족 소개 슬라이드</dc:subject>
  <dc:creator>우체국보험 상담 안내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