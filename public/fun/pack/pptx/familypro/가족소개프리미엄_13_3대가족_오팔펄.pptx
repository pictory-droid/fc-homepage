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9543D57-4E97-4E16-AC23-DC68AE8393A6}">
          <p14:sldIdLst>
            <p14:sldId id="256"/>
          </p14:sldIdLst>
        </p14:section>
        <p14:section name="본문" id="{F8685CFC-CC1B-4732-B106-3CFBC3C08F9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1EDCF91-CDC0-4D7A-8D42-E3AB0EF01F6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E9582B01-7301-4C6D-93AB-E082241BCB2B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1D1D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6A7A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9CF55B9A-A975-4FE7-B08F-8252C6C5B97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ABA7499A-0052-4555-9F60-346636E8BF1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8" name="Diamond 7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11" name="Connector 10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도시락 싸 들고 연둣빛 숲길로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960120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rect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2793949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rect">
            <a:avLst/>
          </a:prstGeom>
        </p:spPr>
      </p:sp>
      <p:sp>
        <p:nvSpPr>
          <p:cNvPr id="25" name="사진 바탕 3"/>
          <p:cNvSpPr/>
          <p:nvPr/>
        </p:nvSpPr>
        <p:spPr>
          <a:xfrm>
            <a:off x="4627778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rect">
            <a:avLst/>
          </a:prstGeom>
        </p:spPr>
      </p:sp>
      <p:sp>
        <p:nvSpPr>
          <p:cNvPr id="30" name="사진 바탕 4"/>
          <p:cNvSpPr/>
          <p:nvPr/>
        </p:nvSpPr>
        <p:spPr>
          <a:xfrm>
            <a:off x="6461607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rect">
            <a:avLst/>
          </a:prstGeom>
        </p:spPr>
      </p:sp>
      <p:sp>
        <p:nvSpPr>
          <p:cNvPr id="35" name="사진 바탕 5"/>
          <p:cNvSpPr/>
          <p:nvPr/>
        </p:nvSpPr>
        <p:spPr>
          <a:xfrm>
            <a:off x="8295436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rect">
            <a:avLst/>
          </a:prstGeom>
        </p:spPr>
      </p:sp>
      <p:sp>
        <p:nvSpPr>
          <p:cNvPr id="40" name="사진 바탕 6"/>
          <p:cNvSpPr/>
          <p:nvPr/>
        </p:nvSpPr>
        <p:spPr>
          <a:xfrm>
            <a:off x="10129265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85560-5591-423D-BD5C-174D3E417F2E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윗선"/>
          <p:cNvSpPr/>
          <p:nvPr/>
        </p:nvSpPr>
        <p:spPr>
          <a:xfrm>
            <a:off x="731520" y="1828800"/>
            <a:ext cx="155950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7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8" name="할머니 카드"/>
          <p:cNvSpPr/>
          <p:nvPr/>
        </p:nvSpPr>
        <p:spPr>
          <a:xfrm>
            <a:off x="2565349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윗선"/>
          <p:cNvSpPr/>
          <p:nvPr/>
        </p:nvSpPr>
        <p:spPr>
          <a:xfrm>
            <a:off x="2565349" y="1828800"/>
            <a:ext cx="155950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2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3" name="아빠 카드"/>
          <p:cNvSpPr/>
          <p:nvPr/>
        </p:nvSpPr>
        <p:spPr>
          <a:xfrm>
            <a:off x="4399178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윗선"/>
          <p:cNvSpPr/>
          <p:nvPr/>
        </p:nvSpPr>
        <p:spPr>
          <a:xfrm>
            <a:off x="4399178" y="1828800"/>
            <a:ext cx="155950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7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8" name="엄마 카드"/>
          <p:cNvSpPr/>
          <p:nvPr/>
        </p:nvSpPr>
        <p:spPr>
          <a:xfrm>
            <a:off x="6233007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윗선"/>
          <p:cNvSpPr/>
          <p:nvPr/>
        </p:nvSpPr>
        <p:spPr>
          <a:xfrm>
            <a:off x="6233007" y="1828800"/>
            <a:ext cx="155950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32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33" name="큰아이 카드"/>
          <p:cNvSpPr/>
          <p:nvPr/>
        </p:nvSpPr>
        <p:spPr>
          <a:xfrm>
            <a:off x="8066836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" name="윗선"/>
          <p:cNvSpPr/>
          <p:nvPr/>
        </p:nvSpPr>
        <p:spPr>
          <a:xfrm>
            <a:off x="8066836" y="1828800"/>
            <a:ext cx="155950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7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8" name="작은아이 카드"/>
          <p:cNvSpPr/>
          <p:nvPr/>
        </p:nvSpPr>
        <p:spPr>
          <a:xfrm>
            <a:off x="9900665" y="1828800"/>
            <a:ext cx="1559509" cy="32054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윗선"/>
          <p:cNvSpPr/>
          <p:nvPr/>
        </p:nvSpPr>
        <p:spPr>
          <a:xfrm>
            <a:off x="9900665" y="1828800"/>
            <a:ext cx="155950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42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63EAF-9990-4D4F-83A8-EEDC7F3A64BB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할아버지 할머니의 이야기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부모가 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온 가족 모임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285FC-E14C-4AD7-9686-3753D1C9E5AA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971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4114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0A-E498-4242-9281-123CCECF60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2A276-E0BE-4515-A985-3DAFBCE88C7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2F303D"/>
      </a:dk1>
      <a:lt1>
        <a:srgbClr val="FDFDFC"/>
      </a:lt1>
      <a:dk2>
        <a:srgbClr val="3C3F5C"/>
      </a:dk2>
      <a:lt2>
        <a:srgbClr val="F8F7F5"/>
      </a:lt2>
      <a:accent1>
        <a:srgbClr val="9A9DBA"/>
      </a:accent1>
      <a:accent2>
        <a:srgbClr val="D6B7A8"/>
      </a:accent2>
      <a:accent3>
        <a:srgbClr val="2C2E40"/>
      </a:accent3>
      <a:accent4>
        <a:srgbClr val="E5E5E9"/>
      </a:accent4>
      <a:accent5>
        <a:srgbClr val="C6B9AF"/>
      </a:accent5>
      <a:accent6>
        <a:srgbClr val="E5D4CB"/>
      </a:accent6>
      <a:hlink>
        <a:srgbClr val="3C3F5C"/>
      </a:hlink>
      <a:folHlink>
        <a:srgbClr val="2C2E40"/>
      </a:folHlink>
    </a:clrScheme>
    <a:fontScheme name="3대 가족 가족 소개">
      <a:majorFont>
        <a:latin typeface="Constant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