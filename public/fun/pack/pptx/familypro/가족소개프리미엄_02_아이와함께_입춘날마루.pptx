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EED75AD-77A6-4E28-8355-D6B7EC39F22E}">
          <p14:sldIdLst>
            <p14:sldId id="256"/>
          </p14:sldIdLst>
        </p14:section>
        <p14:section name="본문" id="{51323FCA-6455-4F6F-81C2-2C839B80275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244B64F-A160-45E4-9919-EE1DBA120C5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F2FF9AB-3EC6-4CC3-9B99-4181CC52A0C0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77295" y="6172200"/>
              <a:ext cx="365760" cy="3657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E3195ED-21CA-417A-B3DC-C2BB45B90EB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77295" y="6172200"/>
              <a:ext cx="365760" cy="3657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B56F32A-234F-478C-B67A-95747AEE97C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입춘날 마루에 앉아 아이와 한 장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ellipse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DFA38-2A7F-48CA-B981-65ED1750E063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4B5D-5484-413B-BFB5-3AD4A7858F4B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469BA-29E6-4B9E-995F-356839F0E19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2EAC6-B617-4F18-B631-6CD1FF2B2D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9E243-15FA-4A88-92AC-CE2688609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55643A"/>
      </a:dk2>
      <a:lt2>
        <a:srgbClr val="F9F3E4"/>
      </a:lt2>
      <a:accent1>
        <a:srgbClr val="D8BA73"/>
      </a:accent1>
      <a:accent2>
        <a:srgbClr val="7CC5AF"/>
      </a:accent2>
      <a:accent3>
        <a:srgbClr val="4E442C"/>
      </a:accent3>
      <a:accent4>
        <a:srgbClr val="F4E7C7"/>
      </a:accent4>
      <a:accent5>
        <a:srgbClr val="B4E0A3"/>
      </a:accent5>
      <a:accent6>
        <a:srgbClr val="E6BCC3"/>
      </a:accent6>
      <a:hlink>
        <a:srgbClr val="55643A"/>
      </a:hlink>
      <a:folHlink>
        <a:srgbClr val="4E442C"/>
      </a:folHlink>
    </a:clrScheme>
    <a:fontScheme name="아이와 함께 가족 소개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