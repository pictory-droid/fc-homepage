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E2E30FC-9F28-4BB2-BDE5-FBED4ABBA432}">
          <p14:sldIdLst>
            <p14:sldId id="256"/>
          </p14:sldIdLst>
        </p14:section>
        <p14:section name="본문" id="{FEB51DC9-0A74-48AD-AA7F-9F70404B03D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C4060D8F-BB3E-4705-B85D-309B08B63F17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6243" y="1417319"/>
            <a:ext cx="4023360" cy="4023360"/>
          </a:xfrm>
          <a:prstGeom prst="rect">
            <a:avLst/>
          </a:prstGeom>
          <a:noFill/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1337995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639747" y="2020824"/>
            <a:ext cx="2816352" cy="2816352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1941499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243251" y="2624328"/>
            <a:ext cx="1609344" cy="1609344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2545003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7223" y="3308299"/>
            <a:ext cx="241401" cy="24140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76852583-B6DC-476C-A3EC-28205B6CEBCC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6DADA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1B9B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6243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1337995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639747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1941499" y="2322576"/>
            <a:ext cx="2212848" cy="2212848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243251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2545003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7223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201A7ED2-5EF9-4D97-8DB6-4174A1666AE7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CCDF0504-7179-4DB0-BA9D-87B9C50A2A22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MINT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우산 세워 둔 창가에서 차 한 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우리 부부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925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9253" y="2057400"/>
            <a:ext cx="2171700" cy="2171700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776074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76074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88E2C-9E9F-4708-A6C0-B22EC147124C}" type="slidenum">
              <a:rPr lang="en-US"/>
              <a:t>‹#›</a:t>
            </a:fld>
            <a:endParaRPr lang="en-US"/>
          </a:p>
        </p:txBody>
      </p:sp>
      <p:sp>
        <p:nvSpPr>
          <p:cNvPr id="13" name="남편 카드"/>
          <p:cNvSpPr/>
          <p:nvPr/>
        </p:nvSpPr>
        <p:spPr>
          <a:xfrm>
            <a:off x="731520" y="1828800"/>
            <a:ext cx="522716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522716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남편 이름"/>
          <p:cNvSpPr txBox="1"/>
          <p:nvPr/>
        </p:nvSpPr>
        <p:spPr>
          <a:xfrm>
            <a:off x="731520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남편</a:t>
            </a:r>
          </a:p>
        </p:txBody>
      </p:sp>
      <p:sp>
        <p:nvSpPr>
          <p:cNvPr id="17" name="남편 소개"/>
          <p:cNvSpPr txBox="1"/>
          <p:nvPr/>
        </p:nvSpPr>
        <p:spPr>
          <a:xfrm>
            <a:off x="822960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8" name="아내 카드"/>
          <p:cNvSpPr/>
          <p:nvPr/>
        </p:nvSpPr>
        <p:spPr>
          <a:xfrm>
            <a:off x="6233007" y="1828800"/>
            <a:ext cx="522716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6233007" y="1828800"/>
            <a:ext cx="522716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아내 이름"/>
          <p:cNvSpPr txBox="1"/>
          <p:nvPr/>
        </p:nvSpPr>
        <p:spPr>
          <a:xfrm>
            <a:off x="6233007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아내</a:t>
            </a:r>
          </a:p>
        </p:txBody>
      </p:sp>
      <p:sp>
        <p:nvSpPr>
          <p:cNvPr id="22" name="아내 소개"/>
          <p:cNvSpPr txBox="1"/>
          <p:nvPr/>
        </p:nvSpPr>
        <p:spPr>
          <a:xfrm>
            <a:off x="6324447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3AE3DE-753B-4169-B48F-0676C7B6283F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1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 만났나요?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결혼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시작한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집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보금자리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이사한 날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8CAD7-1380-4B20-B889-53EACF3B0F89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057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하루에 한 번 서로 안아 주기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971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960120" y="3200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화가 나도 잠자리 전엔 풀기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4114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960120" y="4343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데이트하기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C49F2-9F16-48FA-887D-FB8E084EB11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2B9DE-D9FB-4950-9756-F7D2680B87C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MINT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우리 부부 가족 소개">
  <a:themeElements>
    <a:clrScheme name="우리 부부 가족 소개">
      <a:dk1>
        <a:srgbClr val="374846"/>
      </a:dk1>
      <a:lt1>
        <a:srgbClr val="FBFCFC"/>
      </a:lt1>
      <a:dk2>
        <a:srgbClr val="22413D"/>
      </a:dk2>
      <a:lt2>
        <a:srgbClr val="F0F6F4"/>
      </a:lt2>
      <a:accent1>
        <a:srgbClr val="6E9C92"/>
      </a:accent1>
      <a:accent2>
        <a:srgbClr val="A2ADB3"/>
      </a:accent2>
      <a:accent3>
        <a:srgbClr val="465957"/>
      </a:accent3>
      <a:accent4>
        <a:srgbClr val="D6E4E0"/>
      </a:accent4>
      <a:accent5>
        <a:srgbClr val="BCC5C4"/>
      </a:accent5>
      <a:accent6>
        <a:srgbClr val="C5CED0"/>
      </a:accent6>
      <a:hlink>
        <a:srgbClr val="22413D"/>
      </a:hlink>
      <a:folHlink>
        <a:srgbClr val="465957"/>
      </a:folHlink>
    </a:clrScheme>
    <a:fontScheme name="우리 부부 가족 소개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>우리 부부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