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24EF398-7513-43DB-ABF5-7268AFB5DFC7}">
          <p14:sldIdLst>
            <p14:sldId id="256"/>
          </p14:sldIdLst>
        </p14:section>
        <p14:section name="본문" id="{7A413FD4-5C50-4C74-B34F-F3013E2D9E6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22BD0F0-A251-4DEF-B03B-DE6ADA0C720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7A22A9D2-D396-4CC7-AFFD-9D333DFD951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A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B9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E148508F-1EB1-4744-AFCE-8B20EDA5C01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325C1D6F-828C-4073-A33E-5B278F00893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봄비 오는 창가에서 차 한 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925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76074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A625-7D61-4BC5-9568-2B60F310C14F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522716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7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아내 카드"/>
          <p:cNvSpPr/>
          <p:nvPr/>
        </p:nvSpPr>
        <p:spPr>
          <a:xfrm>
            <a:off x="6233007" y="1828800"/>
            <a:ext cx="522716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6233007" y="1828800"/>
            <a:ext cx="522716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2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84F13-A70B-4A7B-ABC0-E32957E2E745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670BF-D4AF-4213-B0F8-75C8A9632A89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971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96012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4114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96012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5591C-EE21-4139-AD6F-949EB2E1290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82CF5-55D9-41B0-82A4-1796C6EA96F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374846"/>
      </a:dk1>
      <a:lt1>
        <a:srgbClr val="FBFCFC"/>
      </a:lt1>
      <a:dk2>
        <a:srgbClr val="22413D"/>
      </a:dk2>
      <a:lt2>
        <a:srgbClr val="F0F6F4"/>
      </a:lt2>
      <a:accent1>
        <a:srgbClr val="6E9C92"/>
      </a:accent1>
      <a:accent2>
        <a:srgbClr val="A2ADB3"/>
      </a:accent2>
      <a:accent3>
        <a:srgbClr val="465957"/>
      </a:accent3>
      <a:accent4>
        <a:srgbClr val="D6E4E0"/>
      </a:accent4>
      <a:accent5>
        <a:srgbClr val="BCC5C4"/>
      </a:accent5>
      <a:accent6>
        <a:srgbClr val="C5CED0"/>
      </a:accent6>
      <a:hlink>
        <a:srgbClr val="22413D"/>
      </a:hlink>
      <a:folHlink>
        <a:srgbClr val="465957"/>
      </a:folHlink>
    </a:clrScheme>
    <a:fontScheme name="우리 부부 가족 소개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