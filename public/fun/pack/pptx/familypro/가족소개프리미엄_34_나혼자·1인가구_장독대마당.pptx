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2C289D9-4C73-40BA-A459-3C1C43CF6723}">
          <p14:sldIdLst>
            <p14:sldId id="256"/>
          </p14:sldIdLst>
        </p14:section>
        <p14:section name="본문" id="{AB0CD0CD-5D02-43D7-9FFE-EAB37252EAA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45B94E4-1585-4EB2-A65D-41743642986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4023250" y="3063240"/>
              <a:ext cx="731520" cy="7315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3A5F0E1-CC60-4AFF-BB4D-C6E756ABCD1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71500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11300155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4023250" y="3063240"/>
              <a:ext cx="731520" cy="7315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A61784F-4D60-4E0E-9625-5B6480C4323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71500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11300155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62C4BC4-3AAF-45C4-9DCC-E5BCBE183E3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장독대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혼자 내려간 시골집 장독대 옆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C1895-DD13-48F8-8E8E-E8D10A65BB66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D2CEA-1815-450A-97EE-D8183508E028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19BA-5A2E-4561-8EA3-59DE2060FEC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8AF74-0C5C-41CA-B185-8F0F46852DE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739D-5000-46C9-90DC-1CF9626F4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장독대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64623A"/>
      </a:dk2>
      <a:lt2>
        <a:srgbClr val="F5E5E2"/>
      </a:lt2>
      <a:accent1>
        <a:srgbClr val="CF877C"/>
      </a:accent1>
      <a:accent2>
        <a:srgbClr val="83BEA8"/>
      </a:accent2>
      <a:accent3>
        <a:srgbClr val="4E312C"/>
      </a:accent3>
      <a:accent4>
        <a:srgbClr val="F0D0CB"/>
      </a:accent4>
      <a:accent5>
        <a:srgbClr val="D6E0A3"/>
      </a:accent5>
      <a:accent6>
        <a:srgbClr val="E6BCDB"/>
      </a:accent6>
      <a:hlink>
        <a:srgbClr val="64623A"/>
      </a:hlink>
      <a:folHlink>
        <a:srgbClr val="4E312C"/>
      </a:folHlink>
    </a:clrScheme>
    <a:fontScheme name="나 혼자 · 1인 가구 가족 소개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