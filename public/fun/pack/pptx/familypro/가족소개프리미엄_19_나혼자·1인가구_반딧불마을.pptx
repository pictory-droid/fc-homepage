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6CF840A-AF84-429D-B1E3-ADCE783B3B28}">
          <p14:sldIdLst>
            <p14:sldId id="256"/>
          </p14:sldIdLst>
        </p14:section>
        <p14:section name="본문" id="{76F34994-7AE8-4A20-9DB0-9EA4C555AD1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FF2A435-294E-4375-B84C-6F9A0307879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969F638-2795-401D-B972-862815527F1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Sun 4"/>
            <p:cNvSpPr/>
            <p:nvPr/>
          </p:nvSpPr>
          <p:spPr>
            <a:xfrm>
              <a:off x="548640" y="6172200"/>
              <a:ext cx="365760" cy="36576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1253269-E082-4D5E-84DD-F2D9FADEDE8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Sun 4"/>
            <p:cNvSpPr/>
            <p:nvPr/>
          </p:nvSpPr>
          <p:spPr>
            <a:xfrm>
              <a:off x="548640" y="6172200"/>
              <a:ext cx="365760" cy="36576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A9A7C3C-45E7-4F7E-9DD1-876096E87B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반딧불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찾아간 반딧불 마을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41FF-3707-4502-92E0-B40F14BAE1B8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A04F-1CE4-4C97-B67B-F42EA547BDAA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8695-6752-4A51-BCB0-58FBF6C331C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933DF-E246-4354-9890-32933B367B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CFDB7-9162-46A8-8E3C-8DE7CDE6A6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반딧불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3A644D"/>
      </a:dk2>
      <a:lt2>
        <a:srgbClr val="DEF9F0"/>
      </a:lt2>
      <a:accent1>
        <a:srgbClr val="7EE2C1"/>
      </a:accent1>
      <a:accent2>
        <a:srgbClr val="86CF86"/>
      </a:accent2>
      <a:accent3>
        <a:srgbClr val="2C4E43"/>
      </a:accent3>
      <a:accent4>
        <a:srgbClr val="C5F7E6"/>
      </a:accent4>
      <a:accent5>
        <a:srgbClr val="A3B6E0"/>
      </a:accent5>
      <a:accent6>
        <a:srgbClr val="C5E6BC"/>
      </a:accent6>
      <a:hlink>
        <a:srgbClr val="3A644D"/>
      </a:hlink>
      <a:folHlink>
        <a:srgbClr val="2C4E43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