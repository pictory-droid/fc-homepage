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DA34859-01F2-4C6E-A54F-B26B3F4E51E4}">
          <p14:sldIdLst>
            <p14:sldId id="256"/>
          </p14:sldIdLst>
        </p14:section>
        <p14:section name="본문" id="{7CE05FBB-05AA-40ED-ADC7-066A0E17DA0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62A3927-1156-4F49-8EDA-2696A2FB299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40A6B6A-CA2E-40CD-AFA1-6A7C3B934B42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Sun 4"/>
            <p:cNvSpPr/>
            <p:nvPr/>
          </p:nvSpPr>
          <p:spPr>
            <a:xfrm>
              <a:off x="11208715" y="754380"/>
              <a:ext cx="320040" cy="320040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5C009ED-EEAA-45C2-AE32-396D47EF657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Sun 4"/>
            <p:cNvSpPr/>
            <p:nvPr/>
          </p:nvSpPr>
          <p:spPr>
            <a:xfrm>
              <a:off x="11208715" y="754380"/>
              <a:ext cx="320040" cy="320040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916CC3F-BD1E-4130-9B2E-EA8301F9B59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Sun 6"/>
            <p:cNvSpPr/>
            <p:nvPr/>
          </p:nvSpPr>
          <p:spPr>
            <a:xfrm>
              <a:off x="5821527" y="5212080"/>
              <a:ext cx="548640" cy="548640"/>
            </a:xfrm>
            <a:prstGeom prst="su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설날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세배 끝나고 줄 서서 세뱃돈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2793949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4627778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30" name="사진 바탕 4"/>
          <p:cNvSpPr/>
          <p:nvPr/>
        </p:nvSpPr>
        <p:spPr>
          <a:xfrm>
            <a:off x="6461607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35" name="사진 바탕 5"/>
          <p:cNvSpPr/>
          <p:nvPr/>
        </p:nvSpPr>
        <p:spPr>
          <a:xfrm>
            <a:off x="8295436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40" name="사진 바탕 6"/>
          <p:cNvSpPr/>
          <p:nvPr/>
        </p:nvSpPr>
        <p:spPr>
          <a:xfrm>
            <a:off x="10129265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4F02F-6FC4-492D-B2D4-FEEC06645499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2565349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포인트 막대"/>
          <p:cNvSpPr/>
          <p:nvPr/>
        </p:nvSpPr>
        <p:spPr>
          <a:xfrm>
            <a:off x="4399178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포인트 막대"/>
          <p:cNvSpPr/>
          <p:nvPr/>
        </p:nvSpPr>
        <p:spPr>
          <a:xfrm>
            <a:off x="6233007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포인트 막대"/>
          <p:cNvSpPr/>
          <p:nvPr/>
        </p:nvSpPr>
        <p:spPr>
          <a:xfrm>
            <a:off x="8066836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포인트 막대"/>
          <p:cNvSpPr/>
          <p:nvPr/>
        </p:nvSpPr>
        <p:spPr>
          <a:xfrm>
            <a:off x="9900665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97CE5-D6C6-44BE-9069-E8759F1ABF62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할아버지 할머니의 이야기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부모가 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온 가족 모임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CAC6-76CD-4587-98D9-F1831C6B0B54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3081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224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33A55-D0CF-4E72-B9F8-54F6A7DED0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D761-A7BD-421D-BA1B-A8157A543A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설날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B2724"/>
      </a:dk1>
      <a:lt1>
        <a:srgbClr val="FFFFFF"/>
      </a:lt1>
      <a:dk2>
        <a:srgbClr val="643A48"/>
      </a:dk2>
      <a:lt2>
        <a:srgbClr val="F7EBED"/>
      </a:lt2>
      <a:accent1>
        <a:srgbClr val="CC8995"/>
      </a:accent1>
      <a:accent2>
        <a:srgbClr val="BD8FAD"/>
      </a:accent2>
      <a:accent3>
        <a:srgbClr val="4E2C32"/>
      </a:accent3>
      <a:accent4>
        <a:srgbClr val="EECED3"/>
      </a:accent4>
      <a:accent5>
        <a:srgbClr val="E0D8A3"/>
      </a:accent5>
      <a:accent6>
        <a:srgbClr val="E4BCE6"/>
      </a:accent6>
      <a:hlink>
        <a:srgbClr val="643A48"/>
      </a:hlink>
      <a:folHlink>
        <a:srgbClr val="4E2C32"/>
      </a:folHlink>
    </a:clrScheme>
    <a:fontScheme name="3대 가족 가족 소개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