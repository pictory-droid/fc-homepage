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9F07C7BB-FC5F-4081-8513-1417EF780F0D}">
          <p14:sldIdLst>
            <p14:sldId id="256"/>
          </p14:sldIdLst>
        </p14:section>
        <p14:section name="본문" id="{AD4F1725-AEC4-485E-BCF2-6EA223653E6D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AF76BB42-420E-4037-AF1F-B44A87EB4383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706837" y="1645920"/>
            <a:ext cx="87780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706837" y="2029968"/>
            <a:ext cx="8778020" cy="14630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706837" y="3566160"/>
            <a:ext cx="8778020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E0E5E5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706837" y="4251960"/>
            <a:ext cx="877802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C3CECE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선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475488" y="475488"/>
            <a:ext cx="11240719" cy="5907024"/>
          </a:xfrm>
          <a:prstGeom prst="rect">
            <a:avLst/>
          </a:prstGeom>
          <a:noFill/>
          <a:ln w="6350">
            <a:solidFill>
              <a:schemeClr val="tx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48375" y="795528"/>
            <a:ext cx="694944" cy="694944"/>
          </a:xfrm>
          <a:prstGeom prst="ellipse">
            <a:avLst/>
          </a:prstGeom>
          <a:noFill/>
          <a:ln w="12700">
            <a:solidFill>
              <a:schemeClr val="tx2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모노그램"/>
          <p:cNvGrpSpPr/>
          <p:nvPr/>
        </p:nvGrpSpPr>
        <p:grpSpPr>
          <a:xfrm>
            <a:off x="6000750" y="1047902"/>
            <a:ext cx="190195" cy="190195"/>
            <a:chOff x="6000750" y="1047902"/>
            <a:chExt cx="190195" cy="190195"/>
          </a:xfrm>
        </p:grpSpPr>
        <p:sp>
          <p:nvSpPr>
            <p:cNvPr id="10" name="Diamond 9"/>
            <p:cNvSpPr/>
            <p:nvPr/>
          </p:nvSpPr>
          <p:spPr>
            <a:xfrm>
              <a:off x="6000750" y="1047902"/>
              <a:ext cx="190195" cy="190195"/>
            </a:xfrm>
            <a:prstGeom prst="diamond">
              <a:avLst/>
            </a:prstGeom>
            <a:solidFill>
              <a:schemeClr val="tx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1" name="Connector 10"/>
          <p:cNvCxnSpPr/>
          <p:nvPr/>
        </p:nvCxnSpPr>
        <p:spPr>
          <a:xfrm flipH="1">
            <a:off x="3901287" y="1143000"/>
            <a:ext cx="1691640" cy="0"/>
          </a:xfrm>
          <a:prstGeom prst="line">
            <a:avLst/>
          </a:prstGeom>
          <a:ln w="6350" cap="rnd">
            <a:solidFill>
              <a:schemeClr val="tx2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6598767" y="1143000"/>
            <a:ext cx="1691640" cy="0"/>
          </a:xfrm>
          <a:prstGeom prst="line">
            <a:avLst/>
          </a:prstGeom>
          <a:ln w="6350" cap="rnd">
            <a:solidFill>
              <a:schemeClr val="tx2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A6E8465B-CCC9-4171-A970-09F8631DB6DD}" type="slidenum">
              <a:rPr lang="en-US"/>
              <a:t>‹#›</a:t>
            </a:fld>
          </a:p>
        </p:txBody>
      </p:sp>
      <p:cxnSp>
        <p:nvCxnSpPr>
          <p:cNvPr id="2" name="Connector 1"/>
          <p:cNvCxnSpPr/>
          <p:nvPr/>
        </p:nvCxnSpPr>
        <p:spPr>
          <a:xfrm>
            <a:off x="4907127" y="1444752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4907127" y="1499616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4" name="Diamond 3"/>
          <p:cNvSpPr/>
          <p:nvPr/>
        </p:nvSpPr>
        <p:spPr>
          <a:xfrm>
            <a:off x="6031839" y="1408176"/>
            <a:ext cx="128016" cy="12801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706837" y="1645920"/>
            <a:ext cx="87780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706837" y="2029968"/>
            <a:ext cx="8778020" cy="14630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706837" y="3566160"/>
            <a:ext cx="8778020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706837" y="4251960"/>
            <a:ext cx="877802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선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선"/>
          <p:cNvSpPr/>
          <p:nvPr/>
        </p:nvSpPr>
        <p:spPr>
          <a:xfrm>
            <a:off x="475488" y="475488"/>
            <a:ext cx="11240719" cy="5907024"/>
          </a:xfrm>
          <a:prstGeom prst="rect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48375" y="795528"/>
            <a:ext cx="694944" cy="694944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9" name="모노그램"/>
          <p:cNvGrpSpPr/>
          <p:nvPr/>
        </p:nvGrpSpPr>
        <p:grpSpPr>
          <a:xfrm>
            <a:off x="6000750" y="1047902"/>
            <a:ext cx="190195" cy="190195"/>
            <a:chOff x="6000750" y="1047902"/>
            <a:chExt cx="190195" cy="190195"/>
          </a:xfrm>
        </p:grpSpPr>
        <p:sp>
          <p:nvSpPr>
            <p:cNvPr id="10" name="Diamond 9"/>
            <p:cNvSpPr/>
            <p:nvPr/>
          </p:nvSpPr>
          <p:spPr>
            <a:xfrm>
              <a:off x="6000750" y="1047902"/>
              <a:ext cx="190195" cy="190195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1" name="Connector 10"/>
          <p:cNvCxnSpPr/>
          <p:nvPr/>
        </p:nvCxnSpPr>
        <p:spPr>
          <a:xfrm flipH="1">
            <a:off x="3901287" y="1143000"/>
            <a:ext cx="16916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6598767" y="1143000"/>
            <a:ext cx="16916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8D12FF99-710E-4F1C-9AD5-EFD3FF8FC23E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4907127" y="1444752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4907127" y="1499616"/>
            <a:ext cx="237744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4" name="Diamond 3"/>
          <p:cNvSpPr/>
          <p:nvPr/>
        </p:nvSpPr>
        <p:spPr>
          <a:xfrm>
            <a:off x="6031839" y="1408176"/>
            <a:ext cx="128016" cy="12801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291072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BD73E25E-27EC-42E6-BBAF-166BA129570A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499856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6461607" y="6446520"/>
            <a:ext cx="731520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TURQUOISE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마루에서 삼대가 같이 낮잠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3대 가족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960120" y="2057400"/>
            <a:ext cx="1102309" cy="11023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960120" y="2057400"/>
            <a:ext cx="1102309" cy="1102309"/>
          </a:xfrm>
          <a:prstGeom prst="rect">
            <a:avLst/>
          </a:prstGeom>
        </p:spPr>
      </p:sp>
      <p:sp>
        <p:nvSpPr>
          <p:cNvPr id="18" name="사진 바탕 2"/>
          <p:cNvSpPr/>
          <p:nvPr/>
        </p:nvSpPr>
        <p:spPr>
          <a:xfrm>
            <a:off x="2793949" y="2057400"/>
            <a:ext cx="1102309" cy="11023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2793949" y="2057400"/>
            <a:ext cx="1102309" cy="1102309"/>
          </a:xfrm>
          <a:prstGeom prst="rect">
            <a:avLst/>
          </a:prstGeom>
        </p:spPr>
      </p:sp>
      <p:sp>
        <p:nvSpPr>
          <p:cNvPr id="22" name="사진 바탕 3"/>
          <p:cNvSpPr/>
          <p:nvPr/>
        </p:nvSpPr>
        <p:spPr>
          <a:xfrm>
            <a:off x="4627778" y="2057400"/>
            <a:ext cx="1102309" cy="11023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4627778" y="2057400"/>
            <a:ext cx="1102309" cy="1102309"/>
          </a:xfrm>
          <a:prstGeom prst="rect">
            <a:avLst/>
          </a:prstGeom>
        </p:spPr>
      </p:sp>
      <p:sp>
        <p:nvSpPr>
          <p:cNvPr id="26" name="사진 바탕 4"/>
          <p:cNvSpPr/>
          <p:nvPr/>
        </p:nvSpPr>
        <p:spPr>
          <a:xfrm>
            <a:off x="6461607" y="2057400"/>
            <a:ext cx="1102309" cy="11023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6461607" y="2057400"/>
            <a:ext cx="1102309" cy="1102309"/>
          </a:xfrm>
          <a:prstGeom prst="rect">
            <a:avLst/>
          </a:prstGeom>
        </p:spPr>
      </p:sp>
      <p:sp>
        <p:nvSpPr>
          <p:cNvPr id="30" name="사진 바탕 5"/>
          <p:cNvSpPr/>
          <p:nvPr/>
        </p:nvSpPr>
        <p:spPr>
          <a:xfrm>
            <a:off x="8295436" y="2057400"/>
            <a:ext cx="1102309" cy="11023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8295436" y="2057400"/>
            <a:ext cx="1102309" cy="1102309"/>
          </a:xfrm>
          <a:prstGeom prst="rect">
            <a:avLst/>
          </a:prstGeom>
        </p:spPr>
      </p:sp>
      <p:sp>
        <p:nvSpPr>
          <p:cNvPr id="34" name="사진 바탕 6"/>
          <p:cNvSpPr/>
          <p:nvPr/>
        </p:nvSpPr>
        <p:spPr>
          <a:xfrm>
            <a:off x="10129265" y="2057400"/>
            <a:ext cx="1102309" cy="11023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10129265" y="2057400"/>
            <a:ext cx="1102309" cy="1102309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9BF81-2FBD-4A65-9155-17491D76453B}" type="slidenum">
              <a:rPr lang="en-US"/>
              <a:t>‹#›</a:t>
            </a:fld>
            <a:endParaRPr lang="en-US"/>
          </a:p>
        </p:txBody>
      </p:sp>
      <p:sp>
        <p:nvSpPr>
          <p:cNvPr id="13" name="할아버지 카드"/>
          <p:cNvSpPr/>
          <p:nvPr/>
        </p:nvSpPr>
        <p:spPr>
          <a:xfrm>
            <a:off x="731520" y="1828800"/>
            <a:ext cx="1559509" cy="3205429"/>
          </a:xfrm>
          <a:prstGeom prst="snip2DiagRect">
            <a:avLst>
              <a:gd name="adj1" fmla="val 11000"/>
              <a:gd name="adj2" fmla="val 0"/>
            </a:avLst>
          </a:prstGeom>
          <a:solidFill>
            <a:schemeClr val="bg1"/>
          </a:solidFill>
          <a:ln w="9525">
            <a:solidFill>
              <a:schemeClr val="accent5">
                <a:alpha val="85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할아버지 이름"/>
          <p:cNvSpPr txBox="1"/>
          <p:nvPr/>
        </p:nvSpPr>
        <p:spPr>
          <a:xfrm>
            <a:off x="731520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할아버지</a:t>
            </a:r>
          </a:p>
        </p:txBody>
      </p:sp>
      <p:sp>
        <p:nvSpPr>
          <p:cNvPr id="16" name="할아버지 소개"/>
          <p:cNvSpPr txBox="1"/>
          <p:nvPr/>
        </p:nvSpPr>
        <p:spPr>
          <a:xfrm>
            <a:off x="822960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성함 · 연세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좋아하시는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손주에게 한마디</a:t>
            </a:r>
          </a:p>
        </p:txBody>
      </p:sp>
      <p:sp>
        <p:nvSpPr>
          <p:cNvPr id="17" name="할머니 카드"/>
          <p:cNvSpPr/>
          <p:nvPr/>
        </p:nvSpPr>
        <p:spPr>
          <a:xfrm>
            <a:off x="2565349" y="1828800"/>
            <a:ext cx="1559509" cy="3205429"/>
          </a:xfrm>
          <a:prstGeom prst="snip2DiagRect">
            <a:avLst>
              <a:gd name="adj1" fmla="val 11000"/>
              <a:gd name="adj2" fmla="val 0"/>
            </a:avLst>
          </a:prstGeom>
          <a:solidFill>
            <a:schemeClr val="bg1"/>
          </a:solidFill>
          <a:ln w="9525">
            <a:solidFill>
              <a:schemeClr val="accent5">
                <a:alpha val="85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할머니 이름"/>
          <p:cNvSpPr txBox="1"/>
          <p:nvPr/>
        </p:nvSpPr>
        <p:spPr>
          <a:xfrm>
            <a:off x="2565349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할머니</a:t>
            </a:r>
          </a:p>
        </p:txBody>
      </p:sp>
      <p:sp>
        <p:nvSpPr>
          <p:cNvPr id="20" name="할머니 소개"/>
          <p:cNvSpPr txBox="1"/>
          <p:nvPr/>
        </p:nvSpPr>
        <p:spPr>
          <a:xfrm>
            <a:off x="2656789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성함 · 연세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좋아하시는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손주에게 한마디</a:t>
            </a:r>
          </a:p>
        </p:txBody>
      </p:sp>
      <p:sp>
        <p:nvSpPr>
          <p:cNvPr id="21" name="아빠 카드"/>
          <p:cNvSpPr/>
          <p:nvPr/>
        </p:nvSpPr>
        <p:spPr>
          <a:xfrm>
            <a:off x="4399178" y="1828800"/>
            <a:ext cx="1559509" cy="3205429"/>
          </a:xfrm>
          <a:prstGeom prst="snip2DiagRect">
            <a:avLst>
              <a:gd name="adj1" fmla="val 11000"/>
              <a:gd name="adj2" fmla="val 0"/>
            </a:avLst>
          </a:prstGeom>
          <a:solidFill>
            <a:schemeClr val="bg1"/>
          </a:solidFill>
          <a:ln w="9525">
            <a:solidFill>
              <a:schemeClr val="accent5">
                <a:alpha val="85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3" name="아빠 이름"/>
          <p:cNvSpPr txBox="1"/>
          <p:nvPr/>
        </p:nvSpPr>
        <p:spPr>
          <a:xfrm>
            <a:off x="4399178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아빠</a:t>
            </a:r>
          </a:p>
        </p:txBody>
      </p:sp>
      <p:sp>
        <p:nvSpPr>
          <p:cNvPr id="24" name="아빠 소개"/>
          <p:cNvSpPr txBox="1"/>
          <p:nvPr/>
        </p:nvSpPr>
        <p:spPr>
          <a:xfrm>
            <a:off x="4490618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25" name="엄마 카드"/>
          <p:cNvSpPr/>
          <p:nvPr/>
        </p:nvSpPr>
        <p:spPr>
          <a:xfrm>
            <a:off x="6233007" y="1828800"/>
            <a:ext cx="1559509" cy="3205429"/>
          </a:xfrm>
          <a:prstGeom prst="snip2DiagRect">
            <a:avLst>
              <a:gd name="adj1" fmla="val 11000"/>
              <a:gd name="adj2" fmla="val 0"/>
            </a:avLst>
          </a:prstGeom>
          <a:solidFill>
            <a:schemeClr val="bg1"/>
          </a:solidFill>
          <a:ln w="9525">
            <a:solidFill>
              <a:schemeClr val="accent5">
                <a:alpha val="85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7" name="엄마 이름"/>
          <p:cNvSpPr txBox="1"/>
          <p:nvPr/>
        </p:nvSpPr>
        <p:spPr>
          <a:xfrm>
            <a:off x="6233007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엄마</a:t>
            </a:r>
          </a:p>
        </p:txBody>
      </p:sp>
      <p:sp>
        <p:nvSpPr>
          <p:cNvPr id="28" name="엄마 소개"/>
          <p:cNvSpPr txBox="1"/>
          <p:nvPr/>
        </p:nvSpPr>
        <p:spPr>
          <a:xfrm>
            <a:off x="6324447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29" name="큰아이 카드"/>
          <p:cNvSpPr/>
          <p:nvPr/>
        </p:nvSpPr>
        <p:spPr>
          <a:xfrm>
            <a:off x="8066836" y="1828800"/>
            <a:ext cx="1559509" cy="3205429"/>
          </a:xfrm>
          <a:prstGeom prst="snip2DiagRect">
            <a:avLst>
              <a:gd name="adj1" fmla="val 11000"/>
              <a:gd name="adj2" fmla="val 0"/>
            </a:avLst>
          </a:prstGeom>
          <a:solidFill>
            <a:schemeClr val="bg1"/>
          </a:solidFill>
          <a:ln w="9525">
            <a:solidFill>
              <a:schemeClr val="accent5">
                <a:alpha val="85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1" name="큰아이 이름"/>
          <p:cNvSpPr txBox="1"/>
          <p:nvPr/>
        </p:nvSpPr>
        <p:spPr>
          <a:xfrm>
            <a:off x="8066836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큰아이</a:t>
            </a:r>
          </a:p>
        </p:txBody>
      </p:sp>
      <p:sp>
        <p:nvSpPr>
          <p:cNvPr id="32" name="큰아이 소개"/>
          <p:cNvSpPr txBox="1"/>
          <p:nvPr/>
        </p:nvSpPr>
        <p:spPr>
          <a:xfrm>
            <a:off x="8158276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한마디</a:t>
            </a:r>
          </a:p>
        </p:txBody>
      </p:sp>
      <p:sp>
        <p:nvSpPr>
          <p:cNvPr id="33" name="작은아이 카드"/>
          <p:cNvSpPr/>
          <p:nvPr/>
        </p:nvSpPr>
        <p:spPr>
          <a:xfrm>
            <a:off x="9900665" y="1828800"/>
            <a:ext cx="1559509" cy="3205429"/>
          </a:xfrm>
          <a:prstGeom prst="snip2DiagRect">
            <a:avLst>
              <a:gd name="adj1" fmla="val 11000"/>
              <a:gd name="adj2" fmla="val 0"/>
            </a:avLst>
          </a:prstGeom>
          <a:solidFill>
            <a:schemeClr val="bg1"/>
          </a:solidFill>
          <a:ln w="9525">
            <a:solidFill>
              <a:schemeClr val="accent5">
                <a:alpha val="85000"/>
              </a:schemeClr>
            </a:solidFill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5" name="작은아이 이름"/>
          <p:cNvSpPr txBox="1"/>
          <p:nvPr/>
        </p:nvSpPr>
        <p:spPr>
          <a:xfrm>
            <a:off x="9900665" y="3251149"/>
            <a:ext cx="1559509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작은아이</a:t>
            </a:r>
          </a:p>
        </p:txBody>
      </p:sp>
      <p:sp>
        <p:nvSpPr>
          <p:cNvPr id="36" name="작은아이 소개"/>
          <p:cNvSpPr txBox="1"/>
          <p:nvPr/>
        </p:nvSpPr>
        <p:spPr>
          <a:xfrm>
            <a:off x="9992105" y="3708349"/>
            <a:ext cx="1376629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것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한마디</a:t>
            </a:r>
          </a:p>
        </p:txBody>
      </p:sp>
    </p:spTree>
  </p:cSld>
  <p:clrMapOvr>
    <a:masterClrMapping/>
  </p:clrMapOvr>
  <p:transition spd="med">
    <p:wedg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6D8CA4-C4E6-49D2-8574-055672776174}" type="slidenum">
              <a:rPr lang="en-US"/>
              <a:t>‹#›</a:t>
            </a:fld>
            <a:endParaRPr lang="en-US"/>
          </a:p>
        </p:txBody>
      </p:sp>
      <p:grpSp>
        <p:nvGrpSpPr>
          <p:cNvPr id="5" name="때 1"/>
          <p:cNvGrpSpPr/>
          <p:nvPr/>
        </p:nvGrpSpPr>
        <p:grpSpPr>
          <a:xfrm>
            <a:off x="777240" y="3246120"/>
            <a:ext cx="2590723" cy="2788920"/>
            <a:chOff x="777240" y="3246120"/>
            <a:chExt cx="2590723" cy="2788920"/>
          </a:xfrm>
        </p:grpSpPr>
        <p:sp>
          <p:nvSpPr>
            <p:cNvPr id="6" name="단계 화살표"/>
            <p:cNvSpPr/>
            <p:nvPr/>
          </p:nvSpPr>
          <p:spPr>
            <a:xfrm>
              <a:off x="777240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FFFFFF"/>
                  </a:solidFill>
                </a:rPr>
                <a:t>할아버지 할머니의 이야기</a:t>
              </a:r>
            </a:p>
          </p:txBody>
        </p:sp>
        <p:sp>
          <p:nvSpPr>
            <p:cNvPr id="7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뿌리</a:t>
              </a:r>
            </a:p>
          </p:txBody>
        </p:sp>
        <p:sp>
          <p:nvSpPr>
            <p:cNvPr id="8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가족의 시작을 적어요</a:t>
              </a:r>
            </a:p>
          </p:txBody>
        </p:sp>
      </p:grpSp>
      <p:grpSp>
        <p:nvGrpSpPr>
          <p:cNvPr id="9" name="때 2"/>
          <p:cNvGrpSpPr/>
          <p:nvPr/>
        </p:nvGrpSpPr>
        <p:grpSpPr>
          <a:xfrm>
            <a:off x="3459403" y="3246120"/>
            <a:ext cx="2590723" cy="2788920"/>
            <a:chOff x="3459403" y="3246120"/>
            <a:chExt cx="2590723" cy="2788920"/>
          </a:xfrm>
        </p:grpSpPr>
        <p:sp>
          <p:nvSpPr>
            <p:cNvPr id="10" name="단계 화살표"/>
            <p:cNvSpPr/>
            <p:nvPr/>
          </p:nvSpPr>
          <p:spPr>
            <a:xfrm>
              <a:off x="3459403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부모가 된 날</a:t>
              </a:r>
            </a:p>
          </p:txBody>
        </p:sp>
        <p:sp>
          <p:nvSpPr>
            <p:cNvPr id="11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새로운 가지</a:t>
              </a:r>
            </a:p>
          </p:txBody>
        </p:sp>
        <p:sp>
          <p:nvSpPr>
            <p:cNvPr id="12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3" name="때 3"/>
          <p:cNvGrpSpPr/>
          <p:nvPr/>
        </p:nvGrpSpPr>
        <p:grpSpPr>
          <a:xfrm>
            <a:off x="6141567" y="3246120"/>
            <a:ext cx="2590723" cy="2788920"/>
            <a:chOff x="6141567" y="3246120"/>
            <a:chExt cx="2590723" cy="2788920"/>
          </a:xfrm>
        </p:grpSpPr>
        <p:sp>
          <p:nvSpPr>
            <p:cNvPr id="14" name="단계 화살표"/>
            <p:cNvSpPr/>
            <p:nvPr/>
          </p:nvSpPr>
          <p:spPr>
            <a:xfrm>
              <a:off x="6141567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FFFFFF"/>
                  </a:solidFill>
                </a:rPr>
                <a:t>온 가족 모임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한자리에 모인 날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가장 즐거웠던 명절</a:t>
              </a:r>
            </a:p>
          </p:txBody>
        </p:sp>
      </p:grpSp>
      <p:grpSp>
        <p:nvGrpSpPr>
          <p:cNvPr id="17" name="때 4"/>
          <p:cNvGrpSpPr/>
          <p:nvPr/>
        </p:nvGrpSpPr>
        <p:grpSpPr>
          <a:xfrm>
            <a:off x="8823731" y="3246120"/>
            <a:ext cx="2590723" cy="2788920"/>
            <a:chOff x="8823731" y="3246120"/>
            <a:chExt cx="2590723" cy="2788920"/>
          </a:xfrm>
        </p:grpSpPr>
        <p:sp>
          <p:nvSpPr>
            <p:cNvPr id="18" name="단계 화살표"/>
            <p:cNvSpPr/>
            <p:nvPr/>
          </p:nvSpPr>
          <p:spPr>
            <a:xfrm>
              <a:off x="8823731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지금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5EC246-BBAF-44E4-98AD-099F43074E9B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57400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4572000" y="1993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명절에는 모두 한자리에 모이기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2" name="줄 바탕"/>
            <p:cNvSpPr/>
            <p:nvPr/>
          </p:nvSpPr>
          <p:spPr>
            <a:xfrm>
              <a:off x="731520" y="2971800"/>
              <a:ext cx="10728655" cy="100584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960120" y="3200400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2</a:t>
              </a:r>
            </a:p>
          </p:txBody>
        </p:sp>
        <p:sp>
          <p:nvSpPr>
            <p:cNvPr id="14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572000" y="3136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어른께 먼저 안부 전하기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18" name="줄 바탕"/>
            <p:cNvSpPr/>
            <p:nvPr/>
          </p:nvSpPr>
          <p:spPr>
            <a:xfrm>
              <a:off x="731520" y="4114800"/>
              <a:ext cx="10728655" cy="100584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960120" y="4343400"/>
              <a:ext cx="548640" cy="54864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300" b="1" i="0" lang="ko-KR">
                  <a:solidFill>
                    <a:srgbClr val="FFFFFF"/>
                  </a:solidFill>
                </a:rPr>
                <a:t>3</a:t>
              </a:r>
            </a:p>
          </p:txBody>
        </p:sp>
        <p:sp>
          <p:nvSpPr>
            <p:cNvPr id="20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4572000" y="4279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한 달에 한 번 가족 식사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FC7B5-4B62-4624-8E43-B4085C9CD2E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9C2AC-33D7-436D-92B8-1F16C03D2C3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TURQUOISE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3대 가족 가족 소개">
  <a:themeElements>
    <a:clrScheme name="3대 가족 가족 소개">
      <a:dk1>
        <a:srgbClr val="374847"/>
      </a:dk1>
      <a:lt1>
        <a:srgbClr val="FCFDFC"/>
      </a:lt1>
      <a:dk2>
        <a:srgbClr val="16413F"/>
      </a:dk2>
      <a:lt2>
        <a:srgbClr val="F5F8F4"/>
      </a:lt2>
      <a:accent1>
        <a:srgbClr val="1D7F7A"/>
      </a:accent1>
      <a:accent2>
        <a:srgbClr val="C2A25A"/>
      </a:accent2>
      <a:accent3>
        <a:srgbClr val="718B8A"/>
      </a:accent3>
      <a:accent4>
        <a:srgbClr val="CAE0DC"/>
      </a:accent4>
      <a:accent5>
        <a:srgbClr val="C4A45C"/>
      </a:accent5>
      <a:accent6>
        <a:srgbClr val="D9C99F"/>
      </a:accent6>
      <a:hlink>
        <a:srgbClr val="16413F"/>
      </a:hlink>
      <a:folHlink>
        <a:srgbClr val="718B8A"/>
      </a:folHlink>
    </a:clrScheme>
    <a:fontScheme name="3대 가족 가족 소개">
      <a:majorFont>
        <a:latin typeface="Garamond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3대 가족 가족 소개</dc:title>
  <dc:subject>3대 가족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