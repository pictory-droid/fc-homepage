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B9F6D24-CADC-4D71-9DB8-979C60D8DC60}">
          <p14:sldIdLst>
            <p14:sldId id="256"/>
          </p14:sldIdLst>
        </p14:section>
        <p14:section name="본문" id="{C00D3A78-5E43-44E5-845E-B57696BCE056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A77BCAE7-69C8-4AEF-ABCF-1723EF148412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EC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tx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71B2AE6-7B8E-434A-8375-6E1D3EFDC12E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6686F5D-8E85-4F8B-B10D-F9AB67969E7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0792834-223C-4562-AEF7-1A8A13189FA0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TURQUOISE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마루에서 삼대가 같이 낮잠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960120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1102309" cy="1102309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2793949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793949" y="2057400"/>
            <a:ext cx="1102309" cy="1102309"/>
          </a:xfrm>
          <a:prstGeom prst="rect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4627778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627778" y="2057400"/>
            <a:ext cx="1102309" cy="1102309"/>
          </a:xfrm>
          <a:prstGeom prst="rect">
            <a:avLst/>
          </a:prstGeom>
        </p:spPr>
      </p:sp>
      <p:sp>
        <p:nvSpPr>
          <p:cNvPr id="26" name="사진 바탕 4"/>
          <p:cNvSpPr/>
          <p:nvPr/>
        </p:nvSpPr>
        <p:spPr>
          <a:xfrm>
            <a:off x="6461607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61607" y="2057400"/>
            <a:ext cx="1102309" cy="1102309"/>
          </a:xfrm>
          <a:prstGeom prst="rect">
            <a:avLst/>
          </a:prstGeom>
        </p:spPr>
      </p:sp>
      <p:sp>
        <p:nvSpPr>
          <p:cNvPr id="30" name="사진 바탕 5"/>
          <p:cNvSpPr/>
          <p:nvPr/>
        </p:nvSpPr>
        <p:spPr>
          <a:xfrm>
            <a:off x="8295436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295436" y="2057400"/>
            <a:ext cx="1102309" cy="1102309"/>
          </a:xfrm>
          <a:prstGeom prst="rect">
            <a:avLst/>
          </a:prstGeom>
        </p:spPr>
      </p:sp>
      <p:sp>
        <p:nvSpPr>
          <p:cNvPr id="34" name="사진 바탕 6"/>
          <p:cNvSpPr/>
          <p:nvPr/>
        </p:nvSpPr>
        <p:spPr>
          <a:xfrm>
            <a:off x="10129265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129265" y="2057400"/>
            <a:ext cx="1102309" cy="1102309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621D2-97B7-48C0-B7C3-A4AA3B689A19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6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17" name="할머니 카드"/>
          <p:cNvSpPr/>
          <p:nvPr/>
        </p:nvSpPr>
        <p:spPr>
          <a:xfrm>
            <a:off x="2565349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0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21" name="아빠 카드"/>
          <p:cNvSpPr/>
          <p:nvPr/>
        </p:nvSpPr>
        <p:spPr>
          <a:xfrm>
            <a:off x="4399178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4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5" name="엄마 카드"/>
          <p:cNvSpPr/>
          <p:nvPr/>
        </p:nvSpPr>
        <p:spPr>
          <a:xfrm>
            <a:off x="6233007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8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9" name="큰아이 카드"/>
          <p:cNvSpPr/>
          <p:nvPr/>
        </p:nvSpPr>
        <p:spPr>
          <a:xfrm>
            <a:off x="8066836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1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2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  <p:sp>
        <p:nvSpPr>
          <p:cNvPr id="33" name="작은아이 카드"/>
          <p:cNvSpPr/>
          <p:nvPr/>
        </p:nvSpPr>
        <p:spPr>
          <a:xfrm>
            <a:off x="9900665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36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EC2AA-9972-4F9C-96E8-54FA481E7EE1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할아버지 할머니의 이야기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부모가 된 날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온 가족 모임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4AF488-95DC-4659-AF71-834D91213522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6002D-2455-440E-9B7B-D099995A771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E1019-0241-4873-9EF4-D0FD7C278E2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TURQUOISE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374847"/>
      </a:dk1>
      <a:lt1>
        <a:srgbClr val="FCFDFC"/>
      </a:lt1>
      <a:dk2>
        <a:srgbClr val="16413F"/>
      </a:dk2>
      <a:lt2>
        <a:srgbClr val="F5F8F4"/>
      </a:lt2>
      <a:accent1>
        <a:srgbClr val="1D7F7A"/>
      </a:accent1>
      <a:accent2>
        <a:srgbClr val="C2A25A"/>
      </a:accent2>
      <a:accent3>
        <a:srgbClr val="718B8A"/>
      </a:accent3>
      <a:accent4>
        <a:srgbClr val="CAE0DC"/>
      </a:accent4>
      <a:accent5>
        <a:srgbClr val="C4A45C"/>
      </a:accent5>
      <a:accent6>
        <a:srgbClr val="D9C99F"/>
      </a:accent6>
      <a:hlink>
        <a:srgbClr val="16413F"/>
      </a:hlink>
      <a:folHlink>
        <a:srgbClr val="718B8A"/>
      </a:folHlink>
    </a:clrScheme>
    <a:fontScheme name="3대 가족 가족 소개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