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06CCF9D-B343-41B0-A423-220632B278E2}">
          <p14:sldIdLst>
            <p14:sldId id="256"/>
          </p14:sldIdLst>
        </p14:section>
        <p14:section name="본문" id="{4B41519E-2FBF-4E13-A967-1D20A4FC6EE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9465D59-D72E-4EE6-81FB-CE2C9A7AD17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52D1974-6691-4AD0-B77E-9ABAC1696AA1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A2BC22C-64B1-4C88-A347-836380728ED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3A958D6-098D-4891-9039-ABA86B2417E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AMBER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하얀 들판을 걷던 아침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9253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760741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483F-4A2D-49D4-967F-A5DD31D6909C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79F8-CD8C-4015-8D99-82043C0B37CF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집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173E6-1983-4AFF-98F6-6955D63EEE6A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246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389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ABCA4-C316-4404-BA66-BAB381A2BDD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CC13-F756-4C1C-96FA-F725928BE6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AMBER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FBF6EE"/>
      </a:dk1>
      <a:lt1>
        <a:srgbClr val="281F19"/>
      </a:lt1>
      <a:dk2>
        <a:srgbClr val="F2DFC3"/>
      </a:dk2>
      <a:lt2>
        <a:srgbClr val="1A1410"/>
      </a:lt2>
      <a:accent1>
        <a:srgbClr val="E0963A"/>
      </a:accent1>
      <a:accent2>
        <a:srgbClr val="A8715A"/>
      </a:accent2>
      <a:accent3>
        <a:srgbClr val="100C0A"/>
      </a:accent3>
      <a:accent4>
        <a:srgbClr val="3A2C23"/>
      </a:accent4>
      <a:accent5>
        <a:srgbClr val="E8A94E"/>
      </a:accent5>
      <a:accent6>
        <a:srgbClr val="7D5544"/>
      </a:accent6>
      <a:hlink>
        <a:srgbClr val="F2DFC3"/>
      </a:hlink>
      <a:folHlink>
        <a:srgbClr val="100C0A"/>
      </a:folHlink>
    </a:clrScheme>
    <a:fontScheme name="우리 부부 가족 소개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