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E36D92F-932C-446F-9B5B-48B081ECED89}">
          <p14:sldIdLst>
            <p14:sldId id="256"/>
          </p14:sldIdLst>
        </p14:section>
        <p14:section name="본문" id="{6587E62F-B5C6-43E9-9EF2-29F51FD6657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A1A3E6A1-A137-4CA5-8933-98374619AA9B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CB7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57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66D7F78A-03F2-4A59-9B0D-CD495327534A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CB7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57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0EF114B-EC9D-4893-B83C-D13EF67E566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2384D97-51E8-4CB4-9BB5-5FB5EC9306E4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AMBER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서리 낀 들판을 걷던 아침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우리 부부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259253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9253" y="2057400"/>
            <a:ext cx="2171700" cy="2171700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760741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76074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8BA3C-1B56-438E-9245-6EFD10B6FBCE}" type="slidenum">
              <a:rPr lang="en-US"/>
              <a:t>‹#›</a:t>
            </a:fld>
            <a:endParaRPr lang="en-US"/>
          </a:p>
        </p:txBody>
      </p:sp>
      <p:sp>
        <p:nvSpPr>
          <p:cNvPr id="13" name="남편 카드"/>
          <p:cNvSpPr/>
          <p:nvPr/>
        </p:nvSpPr>
        <p:spPr>
          <a:xfrm>
            <a:off x="731520" y="1828800"/>
            <a:ext cx="522716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남편 이름"/>
          <p:cNvSpPr txBox="1"/>
          <p:nvPr/>
        </p:nvSpPr>
        <p:spPr>
          <a:xfrm>
            <a:off x="731520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남편</a:t>
            </a:r>
          </a:p>
        </p:txBody>
      </p:sp>
      <p:sp>
        <p:nvSpPr>
          <p:cNvPr id="16" name="남편 소개"/>
          <p:cNvSpPr txBox="1"/>
          <p:nvPr/>
        </p:nvSpPr>
        <p:spPr>
          <a:xfrm>
            <a:off x="822960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  <p:sp>
        <p:nvSpPr>
          <p:cNvPr id="17" name="아내 카드"/>
          <p:cNvSpPr/>
          <p:nvPr/>
        </p:nvSpPr>
        <p:spPr>
          <a:xfrm>
            <a:off x="6233007" y="1828800"/>
            <a:ext cx="522716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아내 이름"/>
          <p:cNvSpPr txBox="1"/>
          <p:nvPr/>
        </p:nvSpPr>
        <p:spPr>
          <a:xfrm>
            <a:off x="6233007" y="4320540"/>
            <a:ext cx="522716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아내</a:t>
            </a:r>
          </a:p>
        </p:txBody>
      </p:sp>
      <p:sp>
        <p:nvSpPr>
          <p:cNvPr id="20" name="아내 소개"/>
          <p:cNvSpPr txBox="1"/>
          <p:nvPr/>
        </p:nvSpPr>
        <p:spPr>
          <a:xfrm>
            <a:off x="6324447" y="4777740"/>
            <a:ext cx="504428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9789B7-6F8B-4594-9CED-BCB69BB6DE73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 만났나요?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결혼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시작한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집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보금자리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이사한 날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85197-79A9-4154-A56B-D72A2AB30C50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103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하루에 한 번 서로 안아 주기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246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화가 나도 잠자리 전엔 풀기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3891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데이트하기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69AAE-0B6D-4E3C-B38A-7B48D13BFB1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A6F02B-448D-4548-9D26-DAA364A4E4D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AMBER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우리 부부 가족 소개">
  <a:themeElements>
    <a:clrScheme name="우리 부부 가족 소개">
      <a:dk1>
        <a:srgbClr val="FBF6EE"/>
      </a:dk1>
      <a:lt1>
        <a:srgbClr val="281F19"/>
      </a:lt1>
      <a:dk2>
        <a:srgbClr val="F2DFC3"/>
      </a:dk2>
      <a:lt2>
        <a:srgbClr val="1A1410"/>
      </a:lt2>
      <a:accent1>
        <a:srgbClr val="E0963A"/>
      </a:accent1>
      <a:accent2>
        <a:srgbClr val="A8715A"/>
      </a:accent2>
      <a:accent3>
        <a:srgbClr val="100C0A"/>
      </a:accent3>
      <a:accent4>
        <a:srgbClr val="3A2C23"/>
      </a:accent4>
      <a:accent5>
        <a:srgbClr val="E8A94E"/>
      </a:accent5>
      <a:accent6>
        <a:srgbClr val="7D5544"/>
      </a:accent6>
      <a:hlink>
        <a:srgbClr val="F2DFC3"/>
      </a:hlink>
      <a:folHlink>
        <a:srgbClr val="100C0A"/>
      </a:folHlink>
    </a:clrScheme>
    <a:fontScheme name="우리 부부 가족 소개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>우리 부부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