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7AE08B28-DB7A-49EA-A6FA-2A012FF2523E}">
          <p14:sldIdLst>
            <p14:sldId id="256"/>
          </p14:sldIdLst>
        </p14:section>
        <p14:section name="본문" id="{CACEE45E-F92D-4558-9F62-F762698E5C26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561A8922-47A3-412F-BE30-2F481DB69E99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자리의 아이콘을 눌러 가족 사진을 넣으세요. 이름·소개 글은 눌러서 고칩니다.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때·제목·내용을 고치세요. 단계는 복사해서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가족끼리 정한 약속을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가족에게 전하고 싶은 한마디를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2560265" y="886968"/>
            <a:ext cx="7071164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2560265" y="1271016"/>
            <a:ext cx="7071164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2560265" y="2944368"/>
            <a:ext cx="7071164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194505" y="4937760"/>
            <a:ext cx="7802684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구름 1"/>
          <p:cNvSpPr/>
          <p:nvPr/>
        </p:nvSpPr>
        <p:spPr>
          <a:xfrm>
            <a:off x="9753356" y="4251960"/>
            <a:ext cx="3413674" cy="2057400"/>
          </a:xfrm>
          <a:prstGeom prst="cloud">
            <a:avLst/>
          </a:prstGeom>
          <a:solidFill>
            <a:schemeClr val="accent4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구름 2"/>
          <p:cNvSpPr/>
          <p:nvPr/>
        </p:nvSpPr>
        <p:spPr>
          <a:xfrm>
            <a:off x="-487667" y="137160"/>
            <a:ext cx="3169840" cy="1783080"/>
          </a:xfrm>
          <a:prstGeom prst="cloud">
            <a:avLst/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방울 1"/>
          <p:cNvSpPr/>
          <p:nvPr/>
        </p:nvSpPr>
        <p:spPr>
          <a:xfrm>
            <a:off x="1082009" y="548640"/>
            <a:ext cx="274320" cy="274320"/>
          </a:xfrm>
          <a:prstGeom prst="ellipse">
            <a:avLst/>
          </a:prstGeom>
          <a:solidFill>
            <a:schemeClr val="accent2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방울 2"/>
          <p:cNvSpPr/>
          <p:nvPr/>
        </p:nvSpPr>
        <p:spPr>
          <a:xfrm>
            <a:off x="10789645" y="5166360"/>
            <a:ext cx="365760" cy="365760"/>
          </a:xfrm>
          <a:prstGeom prst="ellipse">
            <a:avLst/>
          </a:prstGeom>
          <a:solidFill>
            <a:schemeClr val="accent1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방울 3"/>
          <p:cNvSpPr/>
          <p:nvPr/>
        </p:nvSpPr>
        <p:spPr>
          <a:xfrm>
            <a:off x="2093921" y="5660136"/>
            <a:ext cx="201168" cy="201168"/>
          </a:xfrm>
          <a:prstGeom prst="ellipse">
            <a:avLst/>
          </a:prstGeom>
          <a:solidFill>
            <a:schemeClr val="accent5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방울 4"/>
          <p:cNvSpPr/>
          <p:nvPr/>
        </p:nvSpPr>
        <p:spPr>
          <a:xfrm>
            <a:off x="10149583" y="1280160"/>
            <a:ext cx="182880" cy="182880"/>
          </a:xfrm>
          <a:prstGeom prst="ellipse">
            <a:avLst/>
          </a:prstGeom>
          <a:solidFill>
            <a:schemeClr val="accent6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방울 5"/>
          <p:cNvSpPr/>
          <p:nvPr/>
        </p:nvSpPr>
        <p:spPr>
          <a:xfrm>
            <a:off x="5976975" y="6259068"/>
            <a:ext cx="237744" cy="237744"/>
          </a:xfrm>
          <a:prstGeom prst="ellipse">
            <a:avLst/>
          </a:prstGeom>
          <a:solidFill>
            <a:schemeClr val="accent4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말풍선"/>
          <p:cNvSpPr/>
          <p:nvPr/>
        </p:nvSpPr>
        <p:spPr>
          <a:xfrm>
            <a:off x="2194505" y="685800"/>
            <a:ext cx="7802684" cy="3840480"/>
          </a:xfrm>
          <a:prstGeom prst="wedgeRoundRectCallout">
            <a:avLst>
              <a:gd name="adj1" fmla="val 30000"/>
              <a:gd name="adj2" fmla="val 66000"/>
              <a:gd name="adj3" fmla="val 16667"/>
            </a:avLst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457200"/>
            <a:ext cx="91440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A9D2300F-BCF7-4EE1-87C7-8EC0E9BBA0E2}" type="slidenum">
              <a:rPr lang="en-US"/>
              <a:t>‹#›</a:t>
            </a:fld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12700" cap="rnd">
            <a:solidFill>
              <a:schemeClr val="accent4"/>
            </a:solidFill>
          </a:ln>
        </p:spPr>
      </p:cxnSp>
      <p:sp>
        <p:nvSpPr>
          <p:cNvPr id="3" name="쪽 번호 알약"/>
          <p:cNvSpPr/>
          <p:nvPr/>
        </p:nvSpPr>
        <p:spPr>
          <a:xfrm>
            <a:off x="685800" y="457200"/>
            <a:ext cx="100584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4" name="테마 장식"/>
          <p:cNvGrpSpPr/>
          <p:nvPr/>
        </p:nvGrpSpPr>
        <p:grpSpPr>
          <a:xfrm>
            <a:off x="548640" y="6172200"/>
            <a:ext cx="365760" cy="365760"/>
            <a:chOff x="548640" y="6172200"/>
            <a:chExt cx="365760" cy="365760"/>
          </a:xfrm>
        </p:grpSpPr>
        <p:cxnSp>
          <p:nvCxnSpPr>
            <p:cNvPr id="5" name="Connector 4"/>
            <p:cNvCxnSpPr/>
            <p:nvPr/>
          </p:nvCxnSpPr>
          <p:spPr>
            <a:xfrm flipV="1">
              <a:off x="731520" y="6318504"/>
              <a:ext cx="0" cy="219456"/>
            </a:xfrm>
            <a:prstGeom prst="line">
              <a:avLst/>
            </a:prstGeom>
            <a:ln w="25400" cap="rnd">
              <a:solidFill>
                <a:schemeClr val="accent1"/>
              </a:solidFill>
            </a:ln>
          </p:spPr>
        </p:cxnSp>
        <p:sp>
          <p:nvSpPr>
            <p:cNvPr id="6" name="Round Diagonal Corner Rectangle 5"/>
            <p:cNvSpPr/>
            <p:nvPr/>
          </p:nvSpPr>
          <p:spPr>
            <a:xfrm>
              <a:off x="548640" y="6227064"/>
              <a:ext cx="182880" cy="18288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 Diagonal Corner Rectangle 6"/>
            <p:cNvSpPr/>
            <p:nvPr/>
          </p:nvSpPr>
          <p:spPr>
            <a:xfrm flipH="1">
              <a:off x="731520" y="6172200"/>
              <a:ext cx="182880" cy="18288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2560265" y="886968"/>
            <a:ext cx="7071164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2560265" y="1271016"/>
            <a:ext cx="7071164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2560265" y="2944368"/>
            <a:ext cx="7071164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194505" y="4937760"/>
            <a:ext cx="7802684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구름 1"/>
          <p:cNvSpPr/>
          <p:nvPr/>
        </p:nvSpPr>
        <p:spPr>
          <a:xfrm>
            <a:off x="9753356" y="4251960"/>
            <a:ext cx="3413674" cy="2057400"/>
          </a:xfrm>
          <a:prstGeom prst="cloud">
            <a:avLst/>
          </a:prstGeom>
          <a:solidFill>
            <a:schemeClr val="accent4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구름 2"/>
          <p:cNvSpPr/>
          <p:nvPr/>
        </p:nvSpPr>
        <p:spPr>
          <a:xfrm>
            <a:off x="-487667" y="137160"/>
            <a:ext cx="3169840" cy="1783080"/>
          </a:xfrm>
          <a:prstGeom prst="cloud">
            <a:avLst/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방울 1"/>
          <p:cNvSpPr/>
          <p:nvPr/>
        </p:nvSpPr>
        <p:spPr>
          <a:xfrm>
            <a:off x="1082009" y="548640"/>
            <a:ext cx="274320" cy="274320"/>
          </a:xfrm>
          <a:prstGeom prst="ellipse">
            <a:avLst/>
          </a:prstGeom>
          <a:solidFill>
            <a:schemeClr val="accent2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방울 2"/>
          <p:cNvSpPr/>
          <p:nvPr/>
        </p:nvSpPr>
        <p:spPr>
          <a:xfrm>
            <a:off x="10789645" y="5166360"/>
            <a:ext cx="365760" cy="365760"/>
          </a:xfrm>
          <a:prstGeom prst="ellipse">
            <a:avLst/>
          </a:prstGeom>
          <a:solidFill>
            <a:schemeClr val="accent1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방울 3"/>
          <p:cNvSpPr/>
          <p:nvPr/>
        </p:nvSpPr>
        <p:spPr>
          <a:xfrm>
            <a:off x="2093921" y="5660136"/>
            <a:ext cx="201168" cy="201168"/>
          </a:xfrm>
          <a:prstGeom prst="ellipse">
            <a:avLst/>
          </a:prstGeom>
          <a:solidFill>
            <a:schemeClr val="accent5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방울 4"/>
          <p:cNvSpPr/>
          <p:nvPr/>
        </p:nvSpPr>
        <p:spPr>
          <a:xfrm>
            <a:off x="10149583" y="1280160"/>
            <a:ext cx="182880" cy="182880"/>
          </a:xfrm>
          <a:prstGeom prst="ellipse">
            <a:avLst/>
          </a:prstGeom>
          <a:solidFill>
            <a:schemeClr val="accent6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방울 5"/>
          <p:cNvSpPr/>
          <p:nvPr/>
        </p:nvSpPr>
        <p:spPr>
          <a:xfrm>
            <a:off x="5976975" y="6259068"/>
            <a:ext cx="237744" cy="237744"/>
          </a:xfrm>
          <a:prstGeom prst="ellipse">
            <a:avLst/>
          </a:prstGeom>
          <a:solidFill>
            <a:schemeClr val="accent4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말풍선"/>
          <p:cNvSpPr/>
          <p:nvPr/>
        </p:nvSpPr>
        <p:spPr>
          <a:xfrm>
            <a:off x="2194505" y="685800"/>
            <a:ext cx="7802684" cy="3840480"/>
          </a:xfrm>
          <a:prstGeom prst="wedgeRoundRectCallout">
            <a:avLst>
              <a:gd name="adj1" fmla="val 30000"/>
              <a:gd name="adj2" fmla="val 66000"/>
              <a:gd name="adj3" fmla="val 16667"/>
            </a:avLst>
          </a:prstGeom>
          <a:solidFill>
            <a:schemeClr val="tx2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457200"/>
            <a:ext cx="91440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2E65D905-B271-4483-92E7-0B9F61C2D7F5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12700" cap="rnd">
            <a:solidFill>
              <a:schemeClr val="accent4"/>
            </a:solidFill>
          </a:ln>
        </p:spPr>
      </p:cxnSp>
      <p:sp>
        <p:nvSpPr>
          <p:cNvPr id="3" name="쪽 번호 알약"/>
          <p:cNvSpPr/>
          <p:nvPr/>
        </p:nvSpPr>
        <p:spPr>
          <a:xfrm>
            <a:off x="685800" y="457200"/>
            <a:ext cx="100584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4" name="테마 장식"/>
          <p:cNvGrpSpPr/>
          <p:nvPr/>
        </p:nvGrpSpPr>
        <p:grpSpPr>
          <a:xfrm>
            <a:off x="548640" y="6172200"/>
            <a:ext cx="365760" cy="365760"/>
            <a:chOff x="548640" y="6172200"/>
            <a:chExt cx="365760" cy="365760"/>
          </a:xfrm>
        </p:grpSpPr>
        <p:cxnSp>
          <p:nvCxnSpPr>
            <p:cNvPr id="5" name="Connector 4"/>
            <p:cNvCxnSpPr/>
            <p:nvPr/>
          </p:nvCxnSpPr>
          <p:spPr>
            <a:xfrm flipV="1">
              <a:off x="731520" y="6318504"/>
              <a:ext cx="0" cy="219456"/>
            </a:xfrm>
            <a:prstGeom prst="line">
              <a:avLst/>
            </a:prstGeom>
            <a:ln w="25400" cap="rnd">
              <a:solidFill>
                <a:schemeClr val="accent1"/>
              </a:solidFill>
            </a:ln>
          </p:spPr>
        </p:cxnSp>
        <p:sp>
          <p:nvSpPr>
            <p:cNvPr id="6" name="Round Diagonal Corner Rectangle 5"/>
            <p:cNvSpPr/>
            <p:nvPr/>
          </p:nvSpPr>
          <p:spPr>
            <a:xfrm>
              <a:off x="548640" y="6227064"/>
              <a:ext cx="182880" cy="18288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 Diagonal Corner Rectangle 6"/>
            <p:cNvSpPr/>
            <p:nvPr/>
          </p:nvSpPr>
          <p:spPr>
            <a:xfrm flipH="1">
              <a:off x="731520" y="6172200"/>
              <a:ext cx="182880" cy="18288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3E321B26-96D8-489F-9E4A-E87071F5B369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21527" y="5212080"/>
            <a:ext cx="548640" cy="548640"/>
            <a:chOff x="5821527" y="5212080"/>
            <a:chExt cx="548640" cy="548640"/>
          </a:xfrm>
        </p:grpSpPr>
        <p:cxnSp>
          <p:nvCxnSpPr>
            <p:cNvPr id="6" name="Connector 5"/>
            <p:cNvCxnSpPr/>
            <p:nvPr/>
          </p:nvCxnSpPr>
          <p:spPr>
            <a:xfrm flipV="1">
              <a:off x="6095847" y="5431536"/>
              <a:ext cx="0" cy="329184"/>
            </a:xfrm>
            <a:prstGeom prst="line">
              <a:avLst/>
            </a:prstGeom>
            <a:ln w="25400" cap="rnd">
              <a:solidFill>
                <a:schemeClr val="accent1"/>
              </a:solidFill>
            </a:ln>
          </p:spPr>
        </p:cxnSp>
        <p:sp>
          <p:nvSpPr>
            <p:cNvPr id="7" name="Round Diagonal Corner Rectangle 6"/>
            <p:cNvSpPr/>
            <p:nvPr/>
          </p:nvSpPr>
          <p:spPr>
            <a:xfrm>
              <a:off x="5821527" y="5294376"/>
              <a:ext cx="274320" cy="27432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Round Diagonal Corner Rectangle 7"/>
            <p:cNvSpPr/>
            <p:nvPr/>
          </p:nvSpPr>
          <p:spPr>
            <a:xfrm flipH="1">
              <a:off x="6095847" y="5212080"/>
              <a:ext cx="274320" cy="27432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FAMILY 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가족을 소개합니다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아랫목에 이불 덮고 둘이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우리 부부 · 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구성원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2259253" y="2057400"/>
            <a:ext cx="2171700" cy="21717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2259253" y="2057400"/>
            <a:ext cx="2171700" cy="2171700"/>
          </a:xfrm>
          <a:prstGeom prst="ellipse">
            <a:avLst/>
          </a:prstGeom>
        </p:spPr>
      </p:sp>
      <p:sp>
        <p:nvSpPr>
          <p:cNvPr id="18" name="사진 바탕 2"/>
          <p:cNvSpPr/>
          <p:nvPr/>
        </p:nvSpPr>
        <p:spPr>
          <a:xfrm>
            <a:off x="7760741" y="2057400"/>
            <a:ext cx="2171700" cy="21717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7760741" y="2057400"/>
            <a:ext cx="2171700" cy="2171700"/>
          </a:xfrm>
          <a:prstGeom prst="ellipse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8BE98-8F85-496E-A1E2-B79F1851CD98}" type="slidenum">
              <a:rPr lang="en-US"/>
              <a:t>‹#›</a:t>
            </a:fld>
            <a:endParaRPr lang="en-US"/>
          </a:p>
        </p:txBody>
      </p:sp>
      <p:sp>
        <p:nvSpPr>
          <p:cNvPr id="13" name="남편 카드"/>
          <p:cNvSpPr/>
          <p:nvPr/>
        </p:nvSpPr>
        <p:spPr>
          <a:xfrm>
            <a:off x="731520" y="1828800"/>
            <a:ext cx="5227167" cy="4274820"/>
          </a:xfrm>
          <a:prstGeom prst="roundRect">
            <a:avLst>
              <a:gd name="adj" fmla="val 5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남편 이름"/>
          <p:cNvSpPr txBox="1"/>
          <p:nvPr/>
        </p:nvSpPr>
        <p:spPr>
          <a:xfrm>
            <a:off x="731520" y="4320540"/>
            <a:ext cx="522716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남편</a:t>
            </a:r>
          </a:p>
        </p:txBody>
      </p:sp>
      <p:sp>
        <p:nvSpPr>
          <p:cNvPr id="16" name="남편 소개"/>
          <p:cNvSpPr txBox="1"/>
          <p:nvPr/>
        </p:nvSpPr>
        <p:spPr>
          <a:xfrm>
            <a:off x="822960" y="4777740"/>
            <a:ext cx="504428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나의 한마디</a:t>
            </a:r>
          </a:p>
        </p:txBody>
      </p:sp>
      <p:sp>
        <p:nvSpPr>
          <p:cNvPr id="17" name="아내 카드"/>
          <p:cNvSpPr/>
          <p:nvPr/>
        </p:nvSpPr>
        <p:spPr>
          <a:xfrm>
            <a:off x="6233007" y="1828800"/>
            <a:ext cx="5227167" cy="4274820"/>
          </a:xfrm>
          <a:prstGeom prst="roundRect">
            <a:avLst>
              <a:gd name="adj" fmla="val 5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아내 이름"/>
          <p:cNvSpPr txBox="1"/>
          <p:nvPr/>
        </p:nvSpPr>
        <p:spPr>
          <a:xfrm>
            <a:off x="6233007" y="4320540"/>
            <a:ext cx="522716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아내</a:t>
            </a:r>
          </a:p>
        </p:txBody>
      </p:sp>
      <p:sp>
        <p:nvSpPr>
          <p:cNvPr id="20" name="아내 소개"/>
          <p:cNvSpPr txBox="1"/>
          <p:nvPr/>
        </p:nvSpPr>
        <p:spPr>
          <a:xfrm>
            <a:off x="6324447" y="4777740"/>
            <a:ext cx="504428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나의 한마디</a:t>
            </a:r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이야기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AD446-CA7D-43EC-9A8C-C3F716D35FD1}" type="slidenum">
              <a:rPr lang="en-US"/>
              <a:t>‹#›</a:t>
            </a:fld>
            <a:endParaRPr lang="en-US"/>
          </a:p>
        </p:txBody>
      </p:sp>
      <p:grpSp>
        <p:nvGrpSpPr>
          <p:cNvPr id="5" name="때 1"/>
          <p:cNvGrpSpPr/>
          <p:nvPr/>
        </p:nvGrpSpPr>
        <p:grpSpPr>
          <a:xfrm>
            <a:off x="777240" y="3246120"/>
            <a:ext cx="2590723" cy="2788920"/>
            <a:chOff x="777240" y="3246120"/>
            <a:chExt cx="2590723" cy="2788920"/>
          </a:xfrm>
        </p:grpSpPr>
        <p:sp>
          <p:nvSpPr>
            <p:cNvPr id="6" name="단계 화살표"/>
            <p:cNvSpPr/>
            <p:nvPr/>
          </p:nvSpPr>
          <p:spPr>
            <a:xfrm>
              <a:off x="777240" y="3246120"/>
              <a:ext cx="259072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처음 만난 날</a:t>
              </a:r>
            </a:p>
          </p:txBody>
        </p:sp>
        <p:sp>
          <p:nvSpPr>
            <p:cNvPr id="7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첫 만남</a:t>
              </a:r>
            </a:p>
          </p:txBody>
        </p:sp>
        <p:sp>
          <p:nvSpPr>
            <p:cNvPr id="8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어디에서 어떻게 만났나요?</a:t>
              </a:r>
            </a:p>
          </p:txBody>
        </p:sp>
      </p:grpSp>
      <p:grpSp>
        <p:nvGrpSpPr>
          <p:cNvPr id="9" name="때 2"/>
          <p:cNvGrpSpPr/>
          <p:nvPr/>
        </p:nvGrpSpPr>
        <p:grpSpPr>
          <a:xfrm>
            <a:off x="3459403" y="3246120"/>
            <a:ext cx="2590723" cy="2788920"/>
            <a:chOff x="3459403" y="3246120"/>
            <a:chExt cx="2590723" cy="2788920"/>
          </a:xfrm>
        </p:grpSpPr>
        <p:sp>
          <p:nvSpPr>
            <p:cNvPr id="10" name="단계 화살표"/>
            <p:cNvSpPr/>
            <p:nvPr/>
          </p:nvSpPr>
          <p:spPr>
            <a:xfrm>
              <a:off x="3459403" y="3246120"/>
              <a:ext cx="259072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결혼</a:t>
              </a:r>
            </a:p>
          </p:txBody>
        </p:sp>
        <p:sp>
          <p:nvSpPr>
            <p:cNvPr id="11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함께 시작한 날</a:t>
              </a:r>
            </a:p>
          </p:txBody>
        </p:sp>
        <p:sp>
          <p:nvSpPr>
            <p:cNvPr id="12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그날의 기억을 적어요</a:t>
              </a:r>
            </a:p>
          </p:txBody>
        </p:sp>
      </p:grpSp>
      <p:grpSp>
        <p:nvGrpSpPr>
          <p:cNvPr id="13" name="때 3"/>
          <p:cNvGrpSpPr/>
          <p:nvPr/>
        </p:nvGrpSpPr>
        <p:grpSpPr>
          <a:xfrm>
            <a:off x="6141567" y="3246120"/>
            <a:ext cx="2590723" cy="2788920"/>
            <a:chOff x="6141567" y="3246120"/>
            <a:chExt cx="2590723" cy="2788920"/>
          </a:xfrm>
        </p:grpSpPr>
        <p:sp>
          <p:nvSpPr>
            <p:cNvPr id="14" name="단계 화살표"/>
            <p:cNvSpPr/>
            <p:nvPr/>
          </p:nvSpPr>
          <p:spPr>
            <a:xfrm>
              <a:off x="6141567" y="3246120"/>
              <a:ext cx="259072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첫 집</a:t>
              </a:r>
            </a:p>
          </p:txBody>
        </p:sp>
        <p:sp>
          <p:nvSpPr>
            <p:cNvPr id="15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우리의 보금자리</a:t>
              </a:r>
            </a:p>
          </p:txBody>
        </p:sp>
        <p:sp>
          <p:nvSpPr>
            <p:cNvPr id="16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처음 이사한 날</a:t>
              </a:r>
            </a:p>
          </p:txBody>
        </p:sp>
      </p:grpSp>
      <p:grpSp>
        <p:nvGrpSpPr>
          <p:cNvPr id="17" name="때 4"/>
          <p:cNvGrpSpPr/>
          <p:nvPr/>
        </p:nvGrpSpPr>
        <p:grpSpPr>
          <a:xfrm>
            <a:off x="8823731" y="3246120"/>
            <a:ext cx="2590723" cy="2788920"/>
            <a:chOff x="8823731" y="3246120"/>
            <a:chExt cx="2590723" cy="2788920"/>
          </a:xfrm>
        </p:grpSpPr>
        <p:sp>
          <p:nvSpPr>
            <p:cNvPr id="18" name="단계 화살표"/>
            <p:cNvSpPr/>
            <p:nvPr/>
          </p:nvSpPr>
          <p:spPr>
            <a:xfrm>
              <a:off x="8823731" y="3246120"/>
              <a:ext cx="259072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지금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오늘의 우리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요즘 우리 이야기</a:t>
              </a:r>
            </a:p>
          </p:txBody>
        </p:sp>
      </p:grp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PROMISE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가족의 약속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07979-7962-44A1-8CCA-0EE471B3D870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1005840"/>
            <a:chOff x="731520" y="1828800"/>
            <a:chExt cx="10728655" cy="1005840"/>
          </a:xfrm>
        </p:grpSpPr>
        <p:sp>
          <p:nvSpPr>
            <p:cNvPr id="6" name="줄 바탕"/>
            <p:cNvSpPr/>
            <p:nvPr/>
          </p:nvSpPr>
          <p:spPr>
            <a:xfrm>
              <a:off x="731520" y="1828800"/>
              <a:ext cx="10728655" cy="100584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1005840" y="2103120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8" name="줄 제목"/>
            <p:cNvSpPr txBox="1"/>
            <p:nvPr/>
          </p:nvSpPr>
          <p:spPr>
            <a:xfrm>
              <a:off x="1737360" y="1874519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1</a:t>
              </a:r>
            </a:p>
          </p:txBody>
        </p:sp>
        <p:sp>
          <p:nvSpPr>
            <p:cNvPr id="9" name="줄 내용"/>
            <p:cNvSpPr txBox="1"/>
            <p:nvPr/>
          </p:nvSpPr>
          <p:spPr>
            <a:xfrm>
              <a:off x="4754880" y="1874519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하루에 한 번 서로 안아 주기</a:t>
              </a:r>
            </a:p>
          </p:txBody>
        </p:sp>
      </p:grpSp>
      <p:grpSp>
        <p:nvGrpSpPr>
          <p:cNvPr id="10" name="줄 2"/>
          <p:cNvGrpSpPr/>
          <p:nvPr/>
        </p:nvGrpSpPr>
        <p:grpSpPr>
          <a:xfrm>
            <a:off x="731520" y="2971800"/>
            <a:ext cx="10728655" cy="1005840"/>
            <a:chOff x="731520" y="2971800"/>
            <a:chExt cx="10728655" cy="1005840"/>
          </a:xfrm>
        </p:grpSpPr>
        <p:sp>
          <p:nvSpPr>
            <p:cNvPr id="11" name="줄 바탕"/>
            <p:cNvSpPr/>
            <p:nvPr/>
          </p:nvSpPr>
          <p:spPr>
            <a:xfrm>
              <a:off x="731520" y="2971800"/>
              <a:ext cx="10728655" cy="100584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/>
            <p:nvPr/>
          </p:nvSpPr>
          <p:spPr>
            <a:xfrm>
              <a:off x="1005840" y="3246120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13" name="줄 제목"/>
            <p:cNvSpPr txBox="1"/>
            <p:nvPr/>
          </p:nvSpPr>
          <p:spPr>
            <a:xfrm>
              <a:off x="1737360" y="3017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2</a:t>
              </a:r>
            </a:p>
          </p:txBody>
        </p:sp>
        <p:sp>
          <p:nvSpPr>
            <p:cNvPr id="14" name="줄 내용"/>
            <p:cNvSpPr txBox="1"/>
            <p:nvPr/>
          </p:nvSpPr>
          <p:spPr>
            <a:xfrm>
              <a:off x="4754880" y="3017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화가 나도 잠자리 전엔 풀기</a:t>
              </a:r>
            </a:p>
          </p:txBody>
        </p:sp>
      </p:grpSp>
      <p:grpSp>
        <p:nvGrpSpPr>
          <p:cNvPr id="15" name="줄 3"/>
          <p:cNvGrpSpPr/>
          <p:nvPr/>
        </p:nvGrpSpPr>
        <p:grpSpPr>
          <a:xfrm>
            <a:off x="731520" y="4114800"/>
            <a:ext cx="10728655" cy="1005840"/>
            <a:chOff x="731520" y="4114800"/>
            <a:chExt cx="10728655" cy="1005840"/>
          </a:xfrm>
        </p:grpSpPr>
        <p:sp>
          <p:nvSpPr>
            <p:cNvPr id="16" name="줄 바탕"/>
            <p:cNvSpPr/>
            <p:nvPr/>
          </p:nvSpPr>
          <p:spPr>
            <a:xfrm>
              <a:off x="731520" y="4114800"/>
              <a:ext cx="10728655" cy="100584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/>
            <p:nvPr/>
          </p:nvSpPr>
          <p:spPr>
            <a:xfrm>
              <a:off x="1005840" y="4389120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18" name="줄 제목"/>
            <p:cNvSpPr txBox="1"/>
            <p:nvPr/>
          </p:nvSpPr>
          <p:spPr>
            <a:xfrm>
              <a:off x="1737360" y="4160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3</a:t>
              </a:r>
            </a:p>
          </p:txBody>
        </p:sp>
        <p:sp>
          <p:nvSpPr>
            <p:cNvPr id="19" name="줄 내용"/>
            <p:cNvSpPr txBox="1"/>
            <p:nvPr/>
          </p:nvSpPr>
          <p:spPr>
            <a:xfrm>
              <a:off x="4754880" y="4160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한 달에 한 번 데이트하기</a:t>
              </a:r>
            </a:p>
          </p:txBody>
        </p:sp>
      </p:grp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00D84-62B8-4499-9664-075322C4B79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7309F-0D25-4CCC-B73F-368CAE75079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FAMILY 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소개를 마칩니다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읽어 주셔서 고맙습니다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고맙습니다 · 가족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우리 부부 가족 소개">
  <a:themeElements>
    <a:clrScheme name="우리 부부 가족 소개">
      <a:dk1>
        <a:srgbClr val="2B2724"/>
      </a:dk1>
      <a:lt1>
        <a:srgbClr val="FFFFFF"/>
      </a:lt1>
      <a:dk2>
        <a:srgbClr val="64613A"/>
      </a:dk2>
      <a:lt2>
        <a:srgbClr val="F7EEEB"/>
      </a:lt2>
      <a:accent1>
        <a:srgbClr val="CC9B89"/>
      </a:accent1>
      <a:accent2>
        <a:srgbClr val="8FBD9B"/>
      </a:accent2>
      <a:accent3>
        <a:srgbClr val="4E352C"/>
      </a:accent3>
      <a:accent4>
        <a:srgbClr val="EED6CE"/>
      </a:accent4>
      <a:accent5>
        <a:srgbClr val="CEE0A3"/>
      </a:accent5>
      <a:accent6>
        <a:srgbClr val="E6BCD5"/>
      </a:accent6>
      <a:hlink>
        <a:srgbClr val="64613A"/>
      </a:hlink>
      <a:folHlink>
        <a:srgbClr val="4E352C"/>
      </a:folHlink>
    </a:clrScheme>
    <a:fontScheme name="우리 부부 가족 소개">
      <a:majorFont>
        <a:latin typeface="Candara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우리 부부 가족 소개</dc:title>
  <dc:subject>우리 부부 가족 소개 슬라이드</dc:subject>
  <dc:creator>우체국보험 상담 안내</dc:creator>
  <cp:keywords>가족,소개,PPT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