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BC8239B-A6AF-4C4C-83DF-DD50F638F2CA}">
          <p14:sldIdLst>
            <p14:sldId id="256"/>
          </p14:sldIdLst>
        </p14:section>
        <p14:section name="본문" id="{817B2A4B-1F2F-4B59-9198-2836CD4E998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F76B12E-2E7F-4E48-9FEE-C4DBAF3438D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B78AB858-6DB2-498C-9EE9-9A22D975CDB2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F7F2032-9624-484D-AF04-0ABDEF93611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E552BF2-15AF-4A8D-84B3-2DF752F4375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내려간 시골집 장독대 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ect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FE975-E260-45AD-8C1D-3A9B63B1A989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6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요즘 관심사</a:t>
            </a:r>
          </a:p>
        </p:txBody>
      </p:sp>
      <p:sp>
        <p:nvSpPr>
          <p:cNvPr id="17" name="내 공간 카드"/>
          <p:cNvSpPr/>
          <p:nvPr/>
        </p:nvSpPr>
        <p:spPr>
          <a:xfrm>
            <a:off x="4399178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0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나만의 규칙</a:t>
            </a:r>
          </a:p>
        </p:txBody>
      </p:sp>
      <p:sp>
        <p:nvSpPr>
          <p:cNvPr id="21" name="내 하루 카드"/>
          <p:cNvSpPr/>
          <p:nvPr/>
        </p:nvSpPr>
        <p:spPr>
          <a:xfrm>
            <a:off x="8066836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4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8EB8-9BB1-4DDB-BEB7-D0F128D1906F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4948-22E5-4130-B4E6-AF4758CDBD7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148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1005840" y="2487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60120" y="3291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1005840" y="3630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60120" y="44348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1005840" y="4773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F48B-B322-4EDA-AF04-6CFC1EACA78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0B21-4AA5-4E31-820C-217F34431A3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F8F5EB"/>
      </a:dk1>
      <a:lt1>
        <a:srgbClr val="162E24"/>
      </a:lt1>
      <a:dk2>
        <a:srgbClr val="E7DDB8"/>
      </a:dk2>
      <a:lt2>
        <a:srgbClr val="0F1F18"/>
      </a:lt2>
      <a:accent1>
        <a:srgbClr val="C6A55E"/>
      </a:accent1>
      <a:accent2>
        <a:srgbClr val="5F8F6E"/>
      </a:accent2>
      <a:accent3>
        <a:srgbClr val="09130F"/>
      </a:accent3>
      <a:accent4>
        <a:srgbClr val="204133"/>
      </a:accent4>
      <a:accent5>
        <a:srgbClr val="D3B873"/>
      </a:accent5>
      <a:accent6>
        <a:srgbClr val="476D54"/>
      </a:accent6>
      <a:hlink>
        <a:srgbClr val="E7DDB8"/>
      </a:hlink>
      <a:folHlink>
        <a:srgbClr val="09130F"/>
      </a:folHlink>
    </a:clrScheme>
    <a:fontScheme name="나 혼자 · 1인 가구 가족 소개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