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A0CCB51-FC0B-4EC2-9A39-7323123344E9}">
          <p14:sldIdLst>
            <p14:sldId id="256"/>
          </p14:sldIdLst>
        </p14:section>
        <p14:section name="본문" id="{78D76207-D7C3-42D7-9F99-535212549CBD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18DCC51B-F04D-4A05-92AC-104FEEBDF09D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8F5EB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7B9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A8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14464CC1-8DA3-442C-8410-0DD5C2678FEF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8F5EB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7B9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A8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EA638B8B-CAA0-4068-8571-D3BCE2132D3E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550E8067-6E95-4CFE-B729-1A4A6D1F433A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FOREST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혼자 내려간 시골집 장독대 옆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나 혼자 · 1인 가구 · 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342339" y="2057400"/>
            <a:ext cx="2171700" cy="2171700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342339" y="2057400"/>
            <a:ext cx="2171700" cy="2171700"/>
          </a:xfrm>
          <a:prstGeom prst="rect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5009997" y="2057400"/>
            <a:ext cx="2171700" cy="2171700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5009997" y="2057400"/>
            <a:ext cx="2171700" cy="2171700"/>
          </a:xfrm>
          <a:prstGeom prst="rect">
            <a:avLst/>
          </a:prstGeom>
        </p:spPr>
      </p:sp>
      <p:sp>
        <p:nvSpPr>
          <p:cNvPr id="22" name="사진 바탕 3"/>
          <p:cNvSpPr/>
          <p:nvPr/>
        </p:nvSpPr>
        <p:spPr>
          <a:xfrm>
            <a:off x="8677656" y="2057400"/>
            <a:ext cx="2171700" cy="2171700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677656" y="2057400"/>
            <a:ext cx="2171700" cy="2171700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40663-133B-4445-9699-64707821AB33}" type="slidenum">
              <a:rPr lang="en-US"/>
              <a:t>‹#›</a:t>
            </a:fld>
            <a:endParaRPr lang="en-US"/>
          </a:p>
        </p:txBody>
      </p:sp>
      <p:sp>
        <p:nvSpPr>
          <p:cNvPr id="13" name="나 카드"/>
          <p:cNvSpPr/>
          <p:nvPr/>
        </p:nvSpPr>
        <p:spPr>
          <a:xfrm>
            <a:off x="731520" y="1828800"/>
            <a:ext cx="3393338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나 이름"/>
          <p:cNvSpPr txBox="1"/>
          <p:nvPr/>
        </p:nvSpPr>
        <p:spPr>
          <a:xfrm>
            <a:off x="731520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나</a:t>
            </a:r>
          </a:p>
        </p:txBody>
      </p:sp>
      <p:sp>
        <p:nvSpPr>
          <p:cNvPr id="16" name="나 소개"/>
          <p:cNvSpPr txBox="1"/>
          <p:nvPr/>
        </p:nvSpPr>
        <p:spPr>
          <a:xfrm>
            <a:off x="822960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요즘 관심사</a:t>
            </a:r>
          </a:p>
        </p:txBody>
      </p:sp>
      <p:sp>
        <p:nvSpPr>
          <p:cNvPr id="17" name="내 공간 카드"/>
          <p:cNvSpPr/>
          <p:nvPr/>
        </p:nvSpPr>
        <p:spPr>
          <a:xfrm>
            <a:off x="4399178" y="1828800"/>
            <a:ext cx="3393338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내 공간 이름"/>
          <p:cNvSpPr txBox="1"/>
          <p:nvPr/>
        </p:nvSpPr>
        <p:spPr>
          <a:xfrm>
            <a:off x="4399178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내 공간</a:t>
            </a:r>
          </a:p>
        </p:txBody>
      </p:sp>
      <p:sp>
        <p:nvSpPr>
          <p:cNvPr id="20" name="내 공간 소개"/>
          <p:cNvSpPr txBox="1"/>
          <p:nvPr/>
        </p:nvSpPr>
        <p:spPr>
          <a:xfrm>
            <a:off x="4490618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좋아하는 자리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아끼는 물건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나만의 규칙</a:t>
            </a:r>
          </a:p>
        </p:txBody>
      </p:sp>
      <p:sp>
        <p:nvSpPr>
          <p:cNvPr id="21" name="내 하루 카드"/>
          <p:cNvSpPr/>
          <p:nvPr/>
        </p:nvSpPr>
        <p:spPr>
          <a:xfrm>
            <a:off x="8066836" y="1828800"/>
            <a:ext cx="3393338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내 하루 이름"/>
          <p:cNvSpPr txBox="1"/>
          <p:nvPr/>
        </p:nvSpPr>
        <p:spPr>
          <a:xfrm>
            <a:off x="8066836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내 하루</a:t>
            </a:r>
          </a:p>
        </p:txBody>
      </p:sp>
      <p:sp>
        <p:nvSpPr>
          <p:cNvPr id="24" name="내 하루 소개"/>
          <p:cNvSpPr txBox="1"/>
          <p:nvPr/>
        </p:nvSpPr>
        <p:spPr>
          <a:xfrm>
            <a:off x="8158276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아침 습관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좋아하는 음식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잠들기 전 루틴</a:t>
            </a:r>
          </a:p>
        </p:txBody>
      </p:sp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7F1A-DE6E-4DD8-BF95-A1302DCD000B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태어난 곳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나의 뿌리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고향의 기억을 적어요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학창 시절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자라던 시간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좋았던 기억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혼자 시작한 날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나의 첫 집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독립하던 날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나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내 이야기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61F85-6DCD-456B-8523-16B2C7D03D2F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60120" y="214883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8" name="번호 밑줄"/>
            <p:cNvCxnSpPr/>
            <p:nvPr/>
          </p:nvCxnSpPr>
          <p:spPr>
            <a:xfrm>
              <a:off x="1005840" y="24871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나를 위한 밥상 차리기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3" name="줄 바탕"/>
            <p:cNvSpPr/>
            <p:nvPr/>
          </p:nvSpPr>
          <p:spPr>
            <a:xfrm>
              <a:off x="731520" y="2971800"/>
              <a:ext cx="1072865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 txBox="1"/>
            <p:nvPr/>
          </p:nvSpPr>
          <p:spPr>
            <a:xfrm>
              <a:off x="960120" y="329183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5" name="번호 밑줄"/>
            <p:cNvCxnSpPr/>
            <p:nvPr/>
          </p:nvCxnSpPr>
          <p:spPr>
            <a:xfrm>
              <a:off x="1005840" y="36301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6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하루 십 분 나에게 쓰는 시간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0" name="줄 바탕"/>
            <p:cNvSpPr/>
            <p:nvPr/>
          </p:nvSpPr>
          <p:spPr>
            <a:xfrm>
              <a:off x="731520" y="4114800"/>
              <a:ext cx="1072865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번호 3"/>
            <p:cNvSpPr txBox="1"/>
            <p:nvPr/>
          </p:nvSpPr>
          <p:spPr>
            <a:xfrm>
              <a:off x="960120" y="443484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2" name="번호 밑줄"/>
            <p:cNvCxnSpPr/>
            <p:nvPr/>
          </p:nvCxnSpPr>
          <p:spPr>
            <a:xfrm>
              <a:off x="1005840" y="47731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3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안부를 전할 사람 한 명 챙기기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BDFE3-C67F-46F7-9BE9-39A8A570AFE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F85F9-3F6E-48B4-99AE-17E6E872126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FOREST  ·  FAMILY 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나 혼자 · 1인 가구 가족 소개">
  <a:themeElements>
    <a:clrScheme name="나 혼자 · 1인 가구 가족 소개">
      <a:dk1>
        <a:srgbClr val="F8F5EB"/>
      </a:dk1>
      <a:lt1>
        <a:srgbClr val="162E24"/>
      </a:lt1>
      <a:dk2>
        <a:srgbClr val="E7DDB8"/>
      </a:dk2>
      <a:lt2>
        <a:srgbClr val="0F1F18"/>
      </a:lt2>
      <a:accent1>
        <a:srgbClr val="C6A55E"/>
      </a:accent1>
      <a:accent2>
        <a:srgbClr val="5F8F6E"/>
      </a:accent2>
      <a:accent3>
        <a:srgbClr val="09130F"/>
      </a:accent3>
      <a:accent4>
        <a:srgbClr val="204133"/>
      </a:accent4>
      <a:accent5>
        <a:srgbClr val="D3B873"/>
      </a:accent5>
      <a:accent6>
        <a:srgbClr val="476D54"/>
      </a:accent6>
      <a:hlink>
        <a:srgbClr val="E7DDB8"/>
      </a:hlink>
      <a:folHlink>
        <a:srgbClr val="09130F"/>
      </a:folHlink>
    </a:clrScheme>
    <a:fontScheme name="나 혼자 · 1인 가구 가족 소개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>나 혼자 · 1인 가구 가족 소개 슬라이드</dc:subject>
  <dc:creator>우체국보험 상담 안내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