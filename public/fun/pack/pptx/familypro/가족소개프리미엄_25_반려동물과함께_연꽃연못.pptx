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8287C7B-B91E-4169-8273-580A2B034389}">
          <p14:sldIdLst>
            <p14:sldId id="256"/>
          </p14:sldIdLst>
        </p14:section>
        <p14:section name="본문" id="{9BA2DAF8-2E20-4368-9529-F817CEAA198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7525AF7-A8C0-454B-B740-4BD236B5B3C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53519CC0-5F9C-4DC2-BF24-7689381CEE1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BD7722C-3046-48BA-9660-B6842550C7E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D097925-478D-4472-805B-B17AB14291B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cxnSp>
          <p:nvCxnSpPr>
            <p:cNvPr id="7" name="Connector 6"/>
            <p:cNvCxnSpPr/>
            <p:nvPr/>
          </p:nvCxnSpPr>
          <p:spPr>
            <a:xfrm flipV="1">
              <a:off x="6095847" y="5431536"/>
              <a:ext cx="0" cy="329184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8" name="Round Diagonal Corner Rectangle 7"/>
            <p:cNvSpPr/>
            <p:nvPr/>
          </p:nvSpPr>
          <p:spPr>
            <a:xfrm>
              <a:off x="5821527" y="5294376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 Diagonal Corner Rectangle 8"/>
            <p:cNvSpPr/>
            <p:nvPr/>
          </p:nvSpPr>
          <p:spPr>
            <a:xfrm flipH="1">
              <a:off x="6095847" y="5212080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연꽃 연못 앞에서 멈춰 선 모습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2"/>
          <p:cNvSpPr/>
          <p:nvPr/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3" name="사진 바탕 3"/>
          <p:cNvSpPr/>
          <p:nvPr/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E995-1A85-45A6-A8EE-D995C3AF3752}" type="slidenum">
              <a:rPr lang="en-US"/>
              <a:t>‹#›</a:t>
            </a:fld>
            <a:endParaRPr lang="en-US"/>
          </a:p>
        </p:txBody>
      </p:sp>
      <p:sp>
        <p:nvSpPr>
          <p:cNvPr id="14" name="보호자 1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7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8" name="보호자 2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1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2" name="우리 반려동물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5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03F9-D0E2-483A-BDC7-8D6495648ABD}" type="slidenum">
              <a:rPr lang="en-US"/>
              <a:t>‹#›</a:t>
            </a:fld>
            <a:endParaRPr lang="en-US"/>
          </a:p>
        </p:txBody>
      </p:sp>
      <p:grpSp>
        <p:nvGrpSpPr>
          <p:cNvPr id="6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7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8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9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10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1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산책</a:t>
              </a:r>
            </a:p>
          </p:txBody>
        </p:sp>
        <p:sp>
          <p:nvSpPr>
            <p:cNvPr id="12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3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4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5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가장 웃었던 날</a:t>
              </a:r>
            </a:p>
          </p:txBody>
        </p:sp>
        <p:sp>
          <p:nvSpPr>
            <p:cNvPr id="16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17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18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9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A4AE-CFE0-4F63-B927-B17D7A9B4F97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7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5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6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7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0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16AD-6DBC-4255-9786-B93F0D7598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87A5-BE35-4A25-8464-1863EFD5F1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2B2724"/>
      </a:dk1>
      <a:lt1>
        <a:srgbClr val="FFFFFF"/>
      </a:lt1>
      <a:dk2>
        <a:srgbClr val="643A48"/>
      </a:dk2>
      <a:lt2>
        <a:srgbClr val="F9DEEC"/>
      </a:lt2>
      <a:accent1>
        <a:srgbClr val="E27EB0"/>
      </a:accent1>
      <a:accent2>
        <a:srgbClr val="CF8686"/>
      </a:accent2>
      <a:accent3>
        <a:srgbClr val="4E2C3D"/>
      </a:accent3>
      <a:accent4>
        <a:srgbClr val="F7C5DE"/>
      </a:accent4>
      <a:accent5>
        <a:srgbClr val="E0C4A3"/>
      </a:accent5>
      <a:accent6>
        <a:srgbClr val="D7BCE6"/>
      </a:accent6>
      <a:hlink>
        <a:srgbClr val="643A48"/>
      </a:hlink>
      <a:folHlink>
        <a:srgbClr val="4E2C3D"/>
      </a:folHlink>
    </a:clrScheme>
    <a:fontScheme name="반려동물과 함께 가족 소개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