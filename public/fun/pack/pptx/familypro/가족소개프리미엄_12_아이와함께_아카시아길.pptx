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D5082D3-ACBD-4595-B40F-6F2F9CCC46C4}">
          <p14:sldIdLst>
            <p14:sldId id="256"/>
          </p14:sldIdLst>
        </p14:section>
        <p14:section name="본문" id="{CDE34095-E438-45EC-82FF-47F5000DCBA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CDE0765-0088-44D6-B496-E84049A9E90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65860"/>
            <a:ext cx="457200" cy="411480"/>
            <a:chOff x="5867247" y="1165860"/>
            <a:chExt cx="457200" cy="411480"/>
          </a:xfrm>
        </p:grpSpPr>
        <p:sp>
          <p:nvSpPr>
            <p:cNvPr id="11" name="Heart 10"/>
            <p:cNvSpPr/>
            <p:nvPr/>
          </p:nvSpPr>
          <p:spPr>
            <a:xfrm>
              <a:off x="5867247" y="1165860"/>
              <a:ext cx="457200" cy="411480"/>
            </a:xfrm>
            <a:prstGeom prst="hear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3D1B7C0-DBEF-4887-ADC6-01192F83402C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56782"/>
            <a:ext cx="320040" cy="288036"/>
            <a:chOff x="571500" y="6256782"/>
            <a:chExt cx="320040" cy="288036"/>
          </a:xfrm>
        </p:grpSpPr>
        <p:sp>
          <p:nvSpPr>
            <p:cNvPr id="4" name="Heart 3"/>
            <p:cNvSpPr/>
            <p:nvPr/>
          </p:nvSpPr>
          <p:spPr>
            <a:xfrm>
              <a:off x="571500" y="6256782"/>
              <a:ext cx="320040" cy="288036"/>
            </a:xfrm>
            <a:prstGeom prst="hear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56782"/>
            <a:ext cx="320040" cy="288036"/>
            <a:chOff x="11300155" y="6256782"/>
            <a:chExt cx="320040" cy="288036"/>
          </a:xfrm>
        </p:grpSpPr>
        <p:sp>
          <p:nvSpPr>
            <p:cNvPr id="6" name="Heart 5"/>
            <p:cNvSpPr/>
            <p:nvPr/>
          </p:nvSpPr>
          <p:spPr>
            <a:xfrm>
              <a:off x="11300155" y="6256782"/>
              <a:ext cx="320040" cy="288036"/>
            </a:xfrm>
            <a:prstGeom prst="hear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65860"/>
            <a:ext cx="457200" cy="411480"/>
            <a:chOff x="5867247" y="1165860"/>
            <a:chExt cx="457200" cy="411480"/>
          </a:xfrm>
        </p:grpSpPr>
        <p:sp>
          <p:nvSpPr>
            <p:cNvPr id="11" name="Heart 10"/>
            <p:cNvSpPr/>
            <p:nvPr/>
          </p:nvSpPr>
          <p:spPr>
            <a:xfrm>
              <a:off x="5867247" y="1165860"/>
              <a:ext cx="457200" cy="411480"/>
            </a:xfrm>
            <a:prstGeom prst="hear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0328BCF-F6EE-4EE1-8492-7F74B6E2BBE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56782"/>
            <a:ext cx="320040" cy="288036"/>
            <a:chOff x="571500" y="6256782"/>
            <a:chExt cx="320040" cy="288036"/>
          </a:xfrm>
        </p:grpSpPr>
        <p:sp>
          <p:nvSpPr>
            <p:cNvPr id="4" name="Heart 3"/>
            <p:cNvSpPr/>
            <p:nvPr/>
          </p:nvSpPr>
          <p:spPr>
            <a:xfrm>
              <a:off x="571500" y="6256782"/>
              <a:ext cx="320040" cy="288036"/>
            </a:xfrm>
            <a:prstGeom prst="hear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56782"/>
            <a:ext cx="320040" cy="288036"/>
            <a:chOff x="11300155" y="6256782"/>
            <a:chExt cx="320040" cy="288036"/>
          </a:xfrm>
        </p:grpSpPr>
        <p:sp>
          <p:nvSpPr>
            <p:cNvPr id="6" name="Heart 5"/>
            <p:cNvSpPr/>
            <p:nvPr/>
          </p:nvSpPr>
          <p:spPr>
            <a:xfrm>
              <a:off x="11300155" y="6256782"/>
              <a:ext cx="320040" cy="288036"/>
            </a:xfrm>
            <a:prstGeom prst="hear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5C5D26B-60F8-45A2-8D45-B72A929C07A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6" name="Heart 5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아카시아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아카시아 꽃 따 먹던 아이들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6" name="사진 바탕 4"/>
          <p:cNvSpPr/>
          <p:nvPr/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A3B9-4855-4451-83DF-A61038CD3305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6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엄마 카드"/>
          <p:cNvSpPr/>
          <p:nvPr/>
        </p:nvSpPr>
        <p:spPr>
          <a:xfrm>
            <a:off x="3482263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0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1" name="첫째 카드"/>
          <p:cNvSpPr/>
          <p:nvPr/>
        </p:nvSpPr>
        <p:spPr>
          <a:xfrm>
            <a:off x="6233007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4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5" name="둘째 카드"/>
          <p:cNvSpPr/>
          <p:nvPr/>
        </p:nvSpPr>
        <p:spPr>
          <a:xfrm>
            <a:off x="8983751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8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4101E-2261-4A9B-BE5D-F15742A0C5D5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가족이 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아이가 태어난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가족 여행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6BDB7-C843-4EA9-9BB9-78A7010E681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7691D-8F08-4DB0-B600-D1B9578446F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FC6A7-D045-482D-BEE5-66CA9B045FB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아카시아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2B2724"/>
      </a:dk1>
      <a:lt1>
        <a:srgbClr val="FFFFFF"/>
      </a:lt1>
      <a:dk2>
        <a:srgbClr val="3A6448"/>
      </a:dk2>
      <a:lt2>
        <a:srgbClr val="F2F9E4"/>
      </a:lt2>
      <a:accent1>
        <a:srgbClr val="B7D873"/>
      </a:accent1>
      <a:accent2>
        <a:srgbClr val="957CC5"/>
      </a:accent2>
      <a:accent3>
        <a:srgbClr val="434E2C"/>
      </a:accent3>
      <a:accent4>
        <a:srgbClr val="E5F4C7"/>
      </a:accent4>
      <a:accent5>
        <a:srgbClr val="A3E0BA"/>
      </a:accent5>
      <a:accent6>
        <a:srgbClr val="E6D0BC"/>
      </a:accent6>
      <a:hlink>
        <a:srgbClr val="3A6448"/>
      </a:hlink>
      <a:folHlink>
        <a:srgbClr val="434E2C"/>
      </a:folHlink>
    </a:clrScheme>
    <a:fontScheme name="아이와 함께 가족 소개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