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1C6548A-D26B-4079-80B4-ACD6DDDB11AC}">
          <p14:sldIdLst>
            <p14:sldId id="256"/>
          </p14:sldIdLst>
        </p14:section>
        <p14:section name="본문" id="{385A31B5-BEFD-48D8-B580-5B0FD87D8D4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1A36A6C-539A-4709-91F6-314C4BD0ABC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E30A8E7-BE74-4299-84D0-456770D1803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1CEBD8A-8DBD-470A-A90B-321E3BB203F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4665328F-CB9A-4C15-AD20-7C6A64AAA58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쌓인 장독대 옆 눈사람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213E-7A0C-43A7-AD75-BC13AE020E5F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2647645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4481474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안쪽 선"/>
          <p:cNvSpPr/>
          <p:nvPr/>
        </p:nvSpPr>
        <p:spPr>
          <a:xfrm>
            <a:off x="6315303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안쪽 선"/>
          <p:cNvSpPr/>
          <p:nvPr/>
        </p:nvSpPr>
        <p:spPr>
          <a:xfrm>
            <a:off x="8149132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안쪽 선"/>
          <p:cNvSpPr/>
          <p:nvPr/>
        </p:nvSpPr>
        <p:spPr>
          <a:xfrm>
            <a:off x="9982961" y="1911095"/>
            <a:ext cx="1394917" cy="3040837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472E-C828-4915-9811-F6312D6868F1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7E7EE-118B-457B-B96B-C460A9ECB41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D524-23C4-40F0-AE74-67A51C17860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28B3-E11D-4857-93D6-1F1BE41C38E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