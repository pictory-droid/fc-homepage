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CC7D5C5-8782-4C8D-9E3D-A86C3D80FCE0}">
          <p14:sldIdLst>
            <p14:sldId id="256"/>
          </p14:sldIdLst>
        </p14:section>
        <p14:section name="본문" id="{F0C571A5-8D73-453E-BFA8-7B441EDEF1C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0992264-53E1-4D2E-B5CD-4EF11631A07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241ABA2-BE84-44E1-8018-43CBEC1D96E1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2BA2953-4988-4E7B-806D-41681099E79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16C8C7B-DCE8-4C68-9DD0-D38E4AD0BD9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하얀 장독대 옆에서 한 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3대 가족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1102309" cy="1102309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2793949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2793949" y="2057400"/>
            <a:ext cx="1102309" cy="1102309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4627778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4627778" y="2057400"/>
            <a:ext cx="1102309" cy="1102309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6461607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61607" y="2057400"/>
            <a:ext cx="1102309" cy="1102309"/>
          </a:xfrm>
          <a:prstGeom prst="rect">
            <a:avLst/>
          </a:prstGeom>
        </p:spPr>
      </p:sp>
      <p:sp>
        <p:nvSpPr>
          <p:cNvPr id="35" name="사진 바탕 5"/>
          <p:cNvSpPr/>
          <p:nvPr/>
        </p:nvSpPr>
        <p:spPr>
          <a:xfrm>
            <a:off x="8295436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8295436" y="2057400"/>
            <a:ext cx="1102309" cy="1102309"/>
          </a:xfrm>
          <a:prstGeom prst="rect">
            <a:avLst/>
          </a:prstGeom>
        </p:spPr>
      </p:sp>
      <p:sp>
        <p:nvSpPr>
          <p:cNvPr id="40" name="사진 바탕 6"/>
          <p:cNvSpPr/>
          <p:nvPr/>
        </p:nvSpPr>
        <p:spPr>
          <a:xfrm>
            <a:off x="10129265" y="2057400"/>
            <a:ext cx="1102309" cy="1102309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10129265" y="2057400"/>
            <a:ext cx="1102309" cy="1102309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4EA5-3B76-4B51-AC5F-739245B257DD}" type="slidenum">
              <a:rPr lang="en-US"/>
              <a:t>‹#›</a:t>
            </a:fld>
            <a:endParaRPr lang="en-US"/>
          </a:p>
        </p:txBody>
      </p:sp>
      <p:sp>
        <p:nvSpPr>
          <p:cNvPr id="13" name="할아버지 카드"/>
          <p:cNvSpPr/>
          <p:nvPr/>
        </p:nvSpPr>
        <p:spPr>
          <a:xfrm>
            <a:off x="731520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할아버지 이름"/>
          <p:cNvSpPr txBox="1"/>
          <p:nvPr/>
        </p:nvSpPr>
        <p:spPr>
          <a:xfrm>
            <a:off x="731520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할아버지</a:t>
            </a:r>
          </a:p>
        </p:txBody>
      </p:sp>
      <p:sp>
        <p:nvSpPr>
          <p:cNvPr id="17" name="할아버지 소개"/>
          <p:cNvSpPr txBox="1"/>
          <p:nvPr/>
        </p:nvSpPr>
        <p:spPr>
          <a:xfrm>
            <a:off x="822960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손주에게 한마디</a:t>
            </a:r>
          </a:p>
        </p:txBody>
      </p:sp>
      <p:sp>
        <p:nvSpPr>
          <p:cNvPr id="18" name="할머니 카드"/>
          <p:cNvSpPr/>
          <p:nvPr/>
        </p:nvSpPr>
        <p:spPr>
          <a:xfrm>
            <a:off x="2565349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2647645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할머니 이름"/>
          <p:cNvSpPr txBox="1"/>
          <p:nvPr/>
        </p:nvSpPr>
        <p:spPr>
          <a:xfrm>
            <a:off x="2565349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할머니</a:t>
            </a:r>
          </a:p>
        </p:txBody>
      </p:sp>
      <p:sp>
        <p:nvSpPr>
          <p:cNvPr id="22" name="할머니 소개"/>
          <p:cNvSpPr txBox="1"/>
          <p:nvPr/>
        </p:nvSpPr>
        <p:spPr>
          <a:xfrm>
            <a:off x="2656789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성함 · 연세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좋아하시는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손주에게 한마디</a:t>
            </a:r>
          </a:p>
        </p:txBody>
      </p:sp>
      <p:sp>
        <p:nvSpPr>
          <p:cNvPr id="23" name="아빠 카드"/>
          <p:cNvSpPr/>
          <p:nvPr/>
        </p:nvSpPr>
        <p:spPr>
          <a:xfrm>
            <a:off x="4399178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안쪽 선"/>
          <p:cNvSpPr/>
          <p:nvPr/>
        </p:nvSpPr>
        <p:spPr>
          <a:xfrm>
            <a:off x="4481474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아빠 이름"/>
          <p:cNvSpPr txBox="1"/>
          <p:nvPr/>
        </p:nvSpPr>
        <p:spPr>
          <a:xfrm>
            <a:off x="4399178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27" name="아빠 소개"/>
          <p:cNvSpPr txBox="1"/>
          <p:nvPr/>
        </p:nvSpPr>
        <p:spPr>
          <a:xfrm>
            <a:off x="4490618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28" name="엄마 카드"/>
          <p:cNvSpPr/>
          <p:nvPr/>
        </p:nvSpPr>
        <p:spPr>
          <a:xfrm>
            <a:off x="6233007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안쪽 선"/>
          <p:cNvSpPr/>
          <p:nvPr/>
        </p:nvSpPr>
        <p:spPr>
          <a:xfrm>
            <a:off x="6315303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엄마 이름"/>
          <p:cNvSpPr txBox="1"/>
          <p:nvPr/>
        </p:nvSpPr>
        <p:spPr>
          <a:xfrm>
            <a:off x="6233007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32" name="엄마 소개"/>
          <p:cNvSpPr txBox="1"/>
          <p:nvPr/>
        </p:nvSpPr>
        <p:spPr>
          <a:xfrm>
            <a:off x="6324447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33" name="큰아이 카드"/>
          <p:cNvSpPr/>
          <p:nvPr/>
        </p:nvSpPr>
        <p:spPr>
          <a:xfrm>
            <a:off x="8066836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안쪽 선"/>
          <p:cNvSpPr/>
          <p:nvPr/>
        </p:nvSpPr>
        <p:spPr>
          <a:xfrm>
            <a:off x="8149132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큰아이 이름"/>
          <p:cNvSpPr txBox="1"/>
          <p:nvPr/>
        </p:nvSpPr>
        <p:spPr>
          <a:xfrm>
            <a:off x="8066836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큰아이</a:t>
            </a:r>
          </a:p>
        </p:txBody>
      </p:sp>
      <p:sp>
        <p:nvSpPr>
          <p:cNvPr id="37" name="큰아이 소개"/>
          <p:cNvSpPr txBox="1"/>
          <p:nvPr/>
        </p:nvSpPr>
        <p:spPr>
          <a:xfrm>
            <a:off x="8158276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한마디</a:t>
            </a:r>
          </a:p>
        </p:txBody>
      </p:sp>
      <p:sp>
        <p:nvSpPr>
          <p:cNvPr id="38" name="작은아이 카드"/>
          <p:cNvSpPr/>
          <p:nvPr/>
        </p:nvSpPr>
        <p:spPr>
          <a:xfrm>
            <a:off x="9900665" y="1828800"/>
            <a:ext cx="1559509" cy="32054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안쪽 선"/>
          <p:cNvSpPr/>
          <p:nvPr/>
        </p:nvSpPr>
        <p:spPr>
          <a:xfrm>
            <a:off x="9982961" y="1911095"/>
            <a:ext cx="1394917" cy="3040837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작은아이 이름"/>
          <p:cNvSpPr txBox="1"/>
          <p:nvPr/>
        </p:nvSpPr>
        <p:spPr>
          <a:xfrm>
            <a:off x="9900665" y="3251149"/>
            <a:ext cx="155950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작은아이</a:t>
            </a:r>
          </a:p>
        </p:txBody>
      </p:sp>
      <p:sp>
        <p:nvSpPr>
          <p:cNvPr id="42" name="작은아이 소개"/>
          <p:cNvSpPr txBox="1"/>
          <p:nvPr/>
        </p:nvSpPr>
        <p:spPr>
          <a:xfrm>
            <a:off x="9992105" y="3708349"/>
            <a:ext cx="1376629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6E9B9-9647-4E51-AA3B-83D10CA25BF3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할아버지 할머니의 이야기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가족의 시작을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부모가 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새로운 가지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온 가족 모임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한자리에 모인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즐거웠던 명절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69864E-5F52-407F-BE49-5BB14E345E0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명절에는 모두 한자리에 모이기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3054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어른께 먼저 안부 전하기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197096"/>
              <a:ext cx="10564063" cy="8412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가족 식사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937AD-C8E1-45E4-9C04-D51BF18901B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D7A74-F09B-496D-BB17-BAF7F86F255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3대 가족 가족 소개">
  <a:themeElements>
    <a:clrScheme name="3대 가족 가족 소개">
      <a:dk1>
        <a:srgbClr val="F8F6FF"/>
      </a:dk1>
      <a:lt1>
        <a:srgbClr val="16102F"/>
      </a:lt1>
      <a:dk2>
        <a:srgbClr val="E6DEFF"/>
      </a:dk2>
      <a:lt2>
        <a:srgbClr val="0E0A1E"/>
      </a:lt2>
      <a:accent1>
        <a:srgbClr val="8F6BFF"/>
      </a:accent1>
      <a:accent2>
        <a:srgbClr val="2EE6C9"/>
      </a:accent2>
      <a:accent3>
        <a:srgbClr val="090613"/>
      </a:accent3>
      <a:accent4>
        <a:srgbClr val="201744"/>
      </a:accent4>
      <a:accent5>
        <a:srgbClr val="B7A3FF"/>
      </a:accent5>
      <a:accent6>
        <a:srgbClr val="24A496"/>
      </a:accent6>
      <a:hlink>
        <a:srgbClr val="E6DEFF"/>
      </a:hlink>
      <a:folHlink>
        <a:srgbClr val="090613"/>
      </a:folHlink>
    </a:clrScheme>
    <a:fontScheme name="3대 가족 가족 소개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>3대 가족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