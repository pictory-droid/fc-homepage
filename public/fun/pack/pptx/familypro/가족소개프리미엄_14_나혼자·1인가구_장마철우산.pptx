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4B08758-4B53-454F-97D6-9B6F5D6FDA1F}">
          <p14:sldIdLst>
            <p14:sldId id="256"/>
          </p14:sldIdLst>
        </p14:section>
        <p14:section name="본문" id="{04843C3B-52D7-4772-B341-5556261C3C6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0AEDCB7-37F5-405F-BD35-6956647F218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E78CC522-9839-49FF-8421-3A2F4183F9D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65DE6A2F-656B-463B-BBCE-50F2D9BE81D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9565F098-B03F-488C-813A-D5656776EFF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711799" y="5239512"/>
            <a:ext cx="768096" cy="493776"/>
            <a:chOff x="5711799" y="5239512"/>
            <a:chExt cx="768096" cy="493776"/>
          </a:xfrm>
        </p:grpSpPr>
        <p:sp>
          <p:nvSpPr>
            <p:cNvPr id="7" name="Cloud 6"/>
            <p:cNvSpPr/>
            <p:nvPr/>
          </p:nvSpPr>
          <p:spPr>
            <a:xfrm>
              <a:off x="5711799" y="5239512"/>
              <a:ext cx="768096" cy="493776"/>
            </a:xfrm>
            <a:prstGeom prst="cloud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퇴근길 장마에 우산 하나 사 들고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21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6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7C6FE-5F77-49E0-8AE1-FD90B336C40F}" type="slidenum">
              <a:rPr lang="en-US"/>
              <a:t>‹#›</a:t>
            </a:fld>
            <a:endParaRPr lang="en-US"/>
          </a:p>
        </p:txBody>
      </p:sp>
      <p:sp>
        <p:nvSpPr>
          <p:cNvPr id="14" name="나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위쪽 띠"/>
          <p:cNvSpPr/>
          <p:nvPr/>
        </p:nvSpPr>
        <p:spPr>
          <a:xfrm>
            <a:off x="749808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8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9" name="내 공간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위쪽 띠"/>
          <p:cNvSpPr/>
          <p:nvPr/>
        </p:nvSpPr>
        <p:spPr>
          <a:xfrm>
            <a:off x="4417466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3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4" name="내 하루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위쪽 띠"/>
          <p:cNvSpPr/>
          <p:nvPr/>
        </p:nvSpPr>
        <p:spPr>
          <a:xfrm>
            <a:off x="8085124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8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FD9DE-B3CA-4F93-8CA8-2445F887CEF4}" type="slidenum">
              <a:rPr lang="en-US"/>
              <a:t>‹#›</a:t>
            </a:fld>
            <a:endParaRPr lang="en-US"/>
          </a:p>
        </p:txBody>
      </p:sp>
      <p:cxnSp>
        <p:nvCxnSpPr>
          <p:cNvPr id="6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7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8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태어난 곳</a:t>
              </a:r>
            </a:p>
          </p:txBody>
        </p:sp>
        <p:sp>
          <p:nvSpPr>
            <p:cNvPr id="10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11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12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3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학창 시절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7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8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혼자 시작한 날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22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3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5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6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FE79-4FC5-4DAD-BE02-30C98530E23F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7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1005840" y="2103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위쪽 띠"/>
            <p:cNvSpPr/>
            <p:nvPr/>
          </p:nvSpPr>
          <p:spPr>
            <a:xfrm>
              <a:off x="749808" y="2971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7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9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위쪽 띠"/>
            <p:cNvSpPr/>
            <p:nvPr/>
          </p:nvSpPr>
          <p:spPr>
            <a:xfrm>
              <a:off x="749808" y="4114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1005840" y="4389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3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E89CC-FDBF-4BA5-8724-94394691DF5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F7FE-F2F1-4CD4-B9DC-510D3585FE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2B2724"/>
      </a:dk1>
      <a:lt1>
        <a:srgbClr val="FFFFFF"/>
      </a:lt1>
      <a:dk2>
        <a:srgbClr val="5E3A64"/>
      </a:dk2>
      <a:lt2>
        <a:srgbClr val="DEE7F9"/>
      </a:lt2>
      <a:accent1>
        <a:srgbClr val="7E9CE2"/>
      </a:accent1>
      <a:accent2>
        <a:srgbClr val="C1CF86"/>
      </a:accent2>
      <a:accent3>
        <a:srgbClr val="2C364E"/>
      </a:accent3>
      <a:accent4>
        <a:srgbClr val="C5D4F7"/>
      </a:accent4>
      <a:accent5>
        <a:srgbClr val="D0A3E0"/>
      </a:accent5>
      <a:accent6>
        <a:srgbClr val="BCE6DF"/>
      </a:accent6>
      <a:hlink>
        <a:srgbClr val="5E3A64"/>
      </a:hlink>
      <a:folHlink>
        <a:srgbClr val="2C364E"/>
      </a:folHlink>
    </a:clrScheme>
    <a:fontScheme name="나 혼자 · 1인 가구 가족 소개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