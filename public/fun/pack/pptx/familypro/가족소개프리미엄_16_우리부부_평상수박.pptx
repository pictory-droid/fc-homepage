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68D2A74-1050-4990-BA63-50A0E7722261}">
          <p14:sldIdLst>
            <p14:sldId id="256"/>
          </p14:sldIdLst>
        </p14:section>
        <p14:section name="본문" id="{3A88A3CB-6463-4138-9E46-6C51AA4E9B7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2E58971-BA67-42AE-B33C-5F1C3F22041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0752" y="704270"/>
            <a:ext cx="325928" cy="145938"/>
            <a:chOff x="9420752" y="704270"/>
            <a:chExt cx="325928" cy="145938"/>
          </a:xfrm>
        </p:grpSpPr>
        <p:sp>
          <p:nvSpPr>
            <p:cNvPr id="10" name="Oval 9"/>
            <p:cNvSpPr/>
            <p:nvPr/>
          </p:nvSpPr>
          <p:spPr>
            <a:xfrm>
              <a:off x="9420752" y="704270"/>
              <a:ext cx="145938" cy="145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9561825" y="723729"/>
              <a:ext cx="107021" cy="1070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9678576" y="743187"/>
              <a:ext cx="68104" cy="681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6F333F78-3A42-4828-888D-C8AB3ECFA1DA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0752" y="704270"/>
            <a:ext cx="325928" cy="145938"/>
            <a:chOff x="9420752" y="704270"/>
            <a:chExt cx="325928" cy="145938"/>
          </a:xfrm>
        </p:grpSpPr>
        <p:sp>
          <p:nvSpPr>
            <p:cNvPr id="10" name="Oval 9"/>
            <p:cNvSpPr/>
            <p:nvPr/>
          </p:nvSpPr>
          <p:spPr>
            <a:xfrm>
              <a:off x="9420752" y="704270"/>
              <a:ext cx="145938" cy="145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9561825" y="723729"/>
              <a:ext cx="107021" cy="1070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9678576" y="743187"/>
              <a:ext cx="68104" cy="681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97AC2C99-CEB1-4B92-9C0D-BEEEB314109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2DA1F5B-9984-4551-AC9F-9DFF8B0DF7D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16041" y="5371185"/>
            <a:ext cx="514624" cy="230428"/>
            <a:chOff x="5816041" y="5371185"/>
            <a:chExt cx="514624" cy="230428"/>
          </a:xfrm>
        </p:grpSpPr>
        <p:sp>
          <p:nvSpPr>
            <p:cNvPr id="6" name="Oval 5"/>
            <p:cNvSpPr/>
            <p:nvPr/>
          </p:nvSpPr>
          <p:spPr>
            <a:xfrm>
              <a:off x="5816041" y="5371185"/>
              <a:ext cx="230428" cy="2304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6038789" y="5401909"/>
              <a:ext cx="168981" cy="168981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223132" y="5432633"/>
              <a:ext cx="107533" cy="107533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평상에 앉아 수박 나눠 먹던 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925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925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776074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76074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F750D-1788-4831-BBF6-594AC7373086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6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아내 카드"/>
          <p:cNvSpPr/>
          <p:nvPr/>
        </p:nvSpPr>
        <p:spPr>
          <a:xfrm>
            <a:off x="6233007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0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1814B-DD0F-41F8-A3EF-C98EC2B04FEC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집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836F-EA0D-4F2A-AF6D-20BE27DBBA5B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DBCC-9636-40C2-91D7-CA78E5E6206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BABDC-6F6E-46AB-A927-AB8BCFF4A78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2B2724"/>
      </a:dk1>
      <a:lt1>
        <a:srgbClr val="FFFFFF"/>
      </a:lt1>
      <a:dk2>
        <a:srgbClr val="3A6442"/>
      </a:dk2>
      <a:lt2>
        <a:srgbClr val="DEF9EA"/>
      </a:lt2>
      <a:accent1>
        <a:srgbClr val="7EE2A8"/>
      </a:accent1>
      <a:accent2>
        <a:srgbClr val="99CF86"/>
      </a:accent2>
      <a:accent3>
        <a:srgbClr val="2C4E3A"/>
      </a:accent3>
      <a:accent4>
        <a:srgbClr val="C5F7DA"/>
      </a:accent4>
      <a:accent5>
        <a:srgbClr val="A3C5E0"/>
      </a:accent5>
      <a:accent6>
        <a:srgbClr val="CFE6BC"/>
      </a:accent6>
      <a:hlink>
        <a:srgbClr val="3A6442"/>
      </a:hlink>
      <a:folHlink>
        <a:srgbClr val="2C4E3A"/>
      </a:folHlink>
    </a:clrScheme>
    <a:fontScheme name="우리 부부 가족 소개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