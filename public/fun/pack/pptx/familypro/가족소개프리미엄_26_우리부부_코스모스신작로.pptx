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9BB8523-41CA-4502-8A93-6CA492A10CB9}">
          <p14:sldIdLst>
            <p14:sldId id="256"/>
          </p14:sldIdLst>
        </p14:section>
        <p14:section name="본문" id="{55C830D2-F4B9-4469-A4D5-F2F56E204ECF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306FDDB8-C0CE-4803-B9F8-D931AAA008DB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ctr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F8B45A11-B009-42D6-B6C1-843F071605B1}" type="slidenum">
              <a:rPr lang="en-US"/>
              <a:t>‹#›</a:t>
            </a:fld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Round Diagonal Corner Rectangle 4"/>
            <p:cNvSpPr/>
            <p:nvPr/>
          </p:nvSpPr>
          <p:spPr>
            <a:xfrm>
              <a:off x="11208715" y="754380"/>
              <a:ext cx="320040" cy="3200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사진"/>
          <p:cNvSpPr>
            <a:spLocks noGrp="1"/>
          </p:cNvSpPr>
          <p:nvPr>
            <p:ph type="pic" sz="quarter" idx="13"/>
          </p:nvPr>
        </p:nvSpPr>
        <p:spPr>
          <a:xfrm rot="-360000">
            <a:off x="7113858" y="850392"/>
            <a:ext cx="3054096" cy="3401568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2" name="사진"/>
          <p:cNvSpPr>
            <a:spLocks noGrp="1"/>
          </p:cNvSpPr>
          <p:nvPr>
            <p:ph type="pic" sz="quarter" idx="14"/>
          </p:nvPr>
        </p:nvSpPr>
        <p:spPr>
          <a:xfrm rot="300000">
            <a:off x="8698778" y="2770632"/>
            <a:ext cx="2779776" cy="3035807"/>
          </a:xfrm>
          <a:prstGeom prst="rect">
            <a:avLst/>
          </a:prstGeo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3" name="영문 라벨"/>
          <p:cNvSpPr>
            <a:spLocks noGrp="1"/>
          </p:cNvSpPr>
          <p:nvPr>
            <p:ph type="body" sz="quarter" idx="10"/>
          </p:nvPr>
        </p:nvSpPr>
        <p:spPr>
          <a:xfrm>
            <a:off x="853418" y="1645920"/>
            <a:ext cx="5120511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accent4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4" name="제목"/>
          <p:cNvSpPr>
            <a:spLocks noGrp="1"/>
          </p:cNvSpPr>
          <p:nvPr>
            <p:ph type="title"/>
          </p:nvPr>
        </p:nvSpPr>
        <p:spPr>
          <a:xfrm>
            <a:off x="853418" y="2029968"/>
            <a:ext cx="5120511" cy="160020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04000"/>
              </a:lnSpc>
              <a:spcBef>
                <a:spcPts val="0"/>
              </a:spcBef>
              <a:buNone/>
              <a:defRPr sz="4000" b="1" spc="0">
                <a:solidFill>
                  <a:schemeClr val="bg1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5" name="한 줄 문구"/>
          <p:cNvSpPr>
            <a:spLocks noGrp="1"/>
          </p:cNvSpPr>
          <p:nvPr>
            <p:ph type="subTitle" idx="1"/>
          </p:nvPr>
        </p:nvSpPr>
        <p:spPr>
          <a:xfrm>
            <a:off x="853418" y="3703320"/>
            <a:ext cx="5120511" cy="73152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6" name="안내 문구"/>
          <p:cNvSpPr>
            <a:spLocks noGrp="1"/>
          </p:cNvSpPr>
          <p:nvPr>
            <p:ph type="body" sz="quarter" idx="11"/>
          </p:nvPr>
        </p:nvSpPr>
        <p:spPr>
          <a:xfrm>
            <a:off x="853418" y="4480559"/>
            <a:ext cx="5120511" cy="82296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accent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sp>
        <p:nvSpPr>
          <p:cNvPr id="2" name="폴라로이드"/>
          <p:cNvSpPr/>
          <p:nvPr/>
        </p:nvSpPr>
        <p:spPr>
          <a:xfrm rot="21240000">
            <a:off x="6949266" y="685800"/>
            <a:ext cx="3383280" cy="41148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3" name="사진 바탕"/>
          <p:cNvSpPr/>
          <p:nvPr/>
        </p:nvSpPr>
        <p:spPr>
          <a:xfrm rot="21240000">
            <a:off x="7113858" y="850392"/>
            <a:ext cx="3054096" cy="340156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마스킹 테이프"/>
          <p:cNvSpPr/>
          <p:nvPr/>
        </p:nvSpPr>
        <p:spPr>
          <a:xfrm rot="21240000">
            <a:off x="8137986" y="57607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폴라로이드"/>
          <p:cNvSpPr/>
          <p:nvPr/>
        </p:nvSpPr>
        <p:spPr>
          <a:xfrm rot="300000">
            <a:off x="8534186" y="2606040"/>
            <a:ext cx="3108960" cy="3749039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330200" dist="101600" dir="5400000" algn="t" rotWithShape="0">
              <a:schemeClr val="tx2">
                <a:alpha val="14000"/>
              </a:schemeClr>
            </a:outerShdw>
          </a:effectLst>
        </p:spPr>
        <p:txBody>
          <a:bodyPr rtlCol="0" anchor="ctr"/>
          <a:lstStyle/>
          <a:p>
            <a:pPr algn="ctr"/>
          </a:p>
        </p:txBody>
      </p:sp>
      <p:sp>
        <p:nvSpPr>
          <p:cNvPr id="6" name="사진 바탕"/>
          <p:cNvSpPr/>
          <p:nvPr/>
        </p:nvSpPr>
        <p:spPr>
          <a:xfrm rot="300000">
            <a:off x="8698778" y="2770632"/>
            <a:ext cx="2779776" cy="303580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0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7" name="마스킹 테이프"/>
          <p:cNvSpPr/>
          <p:nvPr/>
        </p:nvSpPr>
        <p:spPr>
          <a:xfrm rot="300000">
            <a:off x="9585746" y="2496312"/>
            <a:ext cx="1005840" cy="274320"/>
          </a:xfrm>
          <a:prstGeom prst="rect">
            <a:avLst/>
          </a:prstGeom>
          <a:solidFill>
            <a:schemeClr val="accent2">
              <a:alpha val="7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제목"/>
          <p:cNvSpPr>
            <a:spLocks noGrp="1"/>
          </p:cNvSpPr>
          <p:nvPr>
            <p:ph type="title"/>
          </p:nvPr>
        </p:nvSpPr>
        <p:spPr>
          <a:xfrm>
            <a:off x="731520" y="320040"/>
            <a:ext cx="7558851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8290371" y="457200"/>
            <a:ext cx="3169804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205A10DD-FED3-46EC-8A9F-D1D02D6FF5F0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bg1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137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0" y="1371600"/>
            <a:ext cx="12191695" cy="0"/>
          </a:xfrm>
          <a:prstGeom prst="line">
            <a:avLst/>
          </a:prstGeom>
          <a:ln w="19050" cap="rnd">
            <a:solidFill>
              <a:schemeClr val="accent1"/>
            </a:solidFill>
          </a:ln>
        </p:spPr>
      </p:cxnSp>
      <p:grpSp>
        <p:nvGrpSpPr>
          <p:cNvPr id="4" name="테마 장식"/>
          <p:cNvGrpSpPr/>
          <p:nvPr/>
        </p:nvGrpSpPr>
        <p:grpSpPr>
          <a:xfrm>
            <a:off x="11208715" y="754380"/>
            <a:ext cx="320040" cy="320040"/>
            <a:chOff x="11208715" y="754380"/>
            <a:chExt cx="320040" cy="320040"/>
          </a:xfrm>
        </p:grpSpPr>
        <p:sp>
          <p:nvSpPr>
            <p:cNvPr id="5" name="Round Diagonal Corner Rectangle 4"/>
            <p:cNvSpPr/>
            <p:nvPr/>
          </p:nvSpPr>
          <p:spPr>
            <a:xfrm>
              <a:off x="11208715" y="754380"/>
              <a:ext cx="320040" cy="3200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pattFill prst="smGrid">
          <a:fgClr>
            <a:schemeClr val="accent1">
              <a:lumMod val="20000"/>
              <a:lumOff val="80000"/>
            </a:schemeClr>
          </a:fgClr>
          <a:bgClr>
            <a:schemeClr val="accent4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쪽 번호"/>
          <p:cNvSpPr>
            <a:spLocks noGrp="1"/>
          </p:cNvSpPr>
          <p:nvPr>
            <p:ph type="sldNum" sz="quarter" idx="12"/>
          </p:nvPr>
        </p:nvSpPr>
        <p:spPr>
          <a:xfrm>
            <a:off x="10545775" y="6309360"/>
            <a:ext cx="914400" cy="36576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000" b="0" spc="20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fld id="{79F9EC14-0E20-4BDD-84AB-665A8C561D57}" type="slidenum">
              <a:rPr lang="en-US"/>
              <a:t>‹#›</a:t>
            </a:fld>
          </a:p>
        </p:txBody>
      </p:sp>
      <p:sp>
        <p:nvSpPr>
          <p:cNvPr id="102" name="영문 라벨"/>
          <p:cNvSpPr>
            <a:spLocks noGrp="1"/>
          </p:cNvSpPr>
          <p:nvPr>
            <p:ph type="body" sz="quarter" idx="10"/>
          </p:nvPr>
        </p:nvSpPr>
        <p:spPr>
          <a:xfrm>
            <a:off x="457200" y="384048"/>
            <a:ext cx="1127729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45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머리 띠"/>
          <p:cNvSpPr/>
          <p:nvPr/>
        </p:nvSpPr>
        <p:spPr>
          <a:xfrm>
            <a:off x="0" y="0"/>
            <a:ext cx="12191695" cy="32004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3" name="따옴표 장식"/>
          <p:cNvGrpSpPr/>
          <p:nvPr/>
        </p:nvGrpSpPr>
        <p:grpSpPr>
          <a:xfrm>
            <a:off x="5437479" y="1371600"/>
            <a:ext cx="1316736" cy="548640"/>
            <a:chOff x="5437479" y="1371600"/>
            <a:chExt cx="1316736" cy="548640"/>
          </a:xfrm>
        </p:grpSpPr>
        <p:sp>
          <p:nvSpPr>
            <p:cNvPr id="4" name="따옴표 방울"/>
            <p:cNvSpPr/>
            <p:nvPr/>
          </p:nvSpPr>
          <p:spPr>
            <a:xfrm rot="16200000">
              <a:off x="5437479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따옴표 방울"/>
            <p:cNvSpPr/>
            <p:nvPr/>
          </p:nvSpPr>
          <p:spPr>
            <a:xfrm rot="16200000">
              <a:off x="6205575" y="1371600"/>
              <a:ext cx="548640" cy="548640"/>
            </a:xfrm>
            <a:prstGeom prst="teardrop">
              <a:avLst/>
            </a:prstGeom>
            <a:solidFill>
              <a:schemeClr val="accent1">
                <a:alpha val="75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6" name="테마 장식"/>
          <p:cNvGrpSpPr/>
          <p:nvPr/>
        </p:nvGrpSpPr>
        <p:grpSpPr>
          <a:xfrm>
            <a:off x="5821527" y="5212080"/>
            <a:ext cx="548640" cy="548640"/>
            <a:chOff x="5821527" y="5212080"/>
            <a:chExt cx="548640" cy="548640"/>
          </a:xfrm>
        </p:grpSpPr>
        <p:sp>
          <p:nvSpPr>
            <p:cNvPr id="7" name="Round Diagonal Corner Rectangle 6"/>
            <p:cNvSpPr/>
            <p:nvPr/>
          </p:nvSpPr>
          <p:spPr>
            <a:xfrm>
              <a:off x="5821527" y="5212080"/>
              <a:ext cx="548640" cy="548640"/>
            </a:xfrm>
            <a:prstGeom prst="round2DiagRect">
              <a:avLst>
                <a:gd name="adj1" fmla="val 50000"/>
                <a:gd name="adj2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코스모스 신작로를 걷던 오후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우리 부부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14" name="사진 바탕 1"/>
          <p:cNvSpPr/>
          <p:nvPr/>
        </p:nvSpPr>
        <p:spPr>
          <a:xfrm>
            <a:off x="2259253" y="2057400"/>
            <a:ext cx="2171700" cy="21717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2259253" y="2057400"/>
            <a:ext cx="2171700" cy="2171700"/>
          </a:xfrm>
          <a:prstGeom prst="ellipse">
            <a:avLst/>
          </a:prstGeom>
        </p:spPr>
      </p:sp>
      <p:sp>
        <p:nvSpPr>
          <p:cNvPr id="18" name="사진 바탕 2"/>
          <p:cNvSpPr/>
          <p:nvPr/>
        </p:nvSpPr>
        <p:spPr>
          <a:xfrm>
            <a:off x="7760741" y="2057400"/>
            <a:ext cx="2171700" cy="21717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7760741" y="2057400"/>
            <a:ext cx="2171700" cy="2171700"/>
          </a:xfrm>
          <a:prstGeom prst="ellipse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B09C9E-5405-47D2-9D66-1FF192A21494}" type="slidenum">
              <a:rPr lang="en-US"/>
              <a:t>‹#›</a:t>
            </a:fld>
            <a:endParaRPr lang="en-US"/>
          </a:p>
        </p:txBody>
      </p:sp>
      <p:sp>
        <p:nvSpPr>
          <p:cNvPr id="13" name="남편 카드"/>
          <p:cNvSpPr/>
          <p:nvPr/>
        </p:nvSpPr>
        <p:spPr>
          <a:xfrm>
            <a:off x="731520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남편 이름"/>
          <p:cNvSpPr txBox="1"/>
          <p:nvPr/>
        </p:nvSpPr>
        <p:spPr>
          <a:xfrm>
            <a:off x="731520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남편</a:t>
            </a:r>
          </a:p>
        </p:txBody>
      </p:sp>
      <p:sp>
        <p:nvSpPr>
          <p:cNvPr id="16" name="남편 소개"/>
          <p:cNvSpPr txBox="1"/>
          <p:nvPr/>
        </p:nvSpPr>
        <p:spPr>
          <a:xfrm>
            <a:off x="822960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  <p:sp>
        <p:nvSpPr>
          <p:cNvPr id="17" name="아내 카드"/>
          <p:cNvSpPr/>
          <p:nvPr/>
        </p:nvSpPr>
        <p:spPr>
          <a:xfrm>
            <a:off x="6233007" y="1828800"/>
            <a:ext cx="5227167" cy="4274820"/>
          </a:xfrm>
          <a:prstGeom prst="roundRect">
            <a:avLst>
              <a:gd name="adj" fmla="val 5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아내 이름"/>
          <p:cNvSpPr txBox="1"/>
          <p:nvPr/>
        </p:nvSpPr>
        <p:spPr>
          <a:xfrm>
            <a:off x="6233007" y="4320540"/>
            <a:ext cx="5227167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아내</a:t>
            </a:r>
          </a:p>
        </p:txBody>
      </p:sp>
      <p:sp>
        <p:nvSpPr>
          <p:cNvPr id="20" name="아내 소개"/>
          <p:cNvSpPr txBox="1"/>
          <p:nvPr/>
        </p:nvSpPr>
        <p:spPr>
          <a:xfrm>
            <a:off x="6324447" y="4777740"/>
            <a:ext cx="5044287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직업 · 취미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나의 한마디</a:t>
            </a:r>
          </a:p>
        </p:txBody>
      </p:sp>
    </p:spTree>
  </p:cSld>
  <p:clrMapOvr>
    <a:masterClrMapping/>
  </p:clrMapOvr>
  <p:transition spd="med">
    <p:wipe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8BA2DCC-F0FA-477A-BE25-F0A76DBAB845}" type="slidenum">
              <a:rPr lang="en-US"/>
              <a:t>‹#›</a:t>
            </a:fld>
            <a:endParaRPr lang="en-US"/>
          </a:p>
        </p:txBody>
      </p:sp>
      <p:cxnSp>
        <p:nvCxnSpPr>
          <p:cNvPr id="5" name="타임라인 선"/>
          <p:cNvCxnSpPr/>
          <p:nvPr/>
        </p:nvCxnSpPr>
        <p:spPr>
          <a:xfrm>
            <a:off x="731520" y="3493008"/>
            <a:ext cx="10728655" cy="0"/>
          </a:xfrm>
          <a:prstGeom prst="line">
            <a:avLst/>
          </a:prstGeom>
          <a:ln w="38100" cap="rnd">
            <a:solidFill>
              <a:schemeClr val="accent4"/>
            </a:solidFill>
            <a:tailEnd type="triangle"/>
          </a:ln>
        </p:spPr>
      </p:cxnSp>
      <p:grpSp>
        <p:nvGrpSpPr>
          <p:cNvPr id="6" name="때 1"/>
          <p:cNvGrpSpPr/>
          <p:nvPr/>
        </p:nvGrpSpPr>
        <p:grpSpPr>
          <a:xfrm>
            <a:off x="777240" y="2651760"/>
            <a:ext cx="2590723" cy="3383280"/>
            <a:chOff x="777240" y="2651760"/>
            <a:chExt cx="2590723" cy="3383280"/>
          </a:xfrm>
        </p:grpSpPr>
        <p:sp>
          <p:nvSpPr>
            <p:cNvPr id="7" name="점"/>
            <p:cNvSpPr/>
            <p:nvPr/>
          </p:nvSpPr>
          <p:spPr>
            <a:xfrm>
              <a:off x="1871433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때"/>
            <p:cNvSpPr txBox="1"/>
            <p:nvPr/>
          </p:nvSpPr>
          <p:spPr>
            <a:xfrm>
              <a:off x="777240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처음 만난 날</a:t>
              </a:r>
            </a:p>
          </p:txBody>
        </p:sp>
        <p:sp>
          <p:nvSpPr>
            <p:cNvPr id="9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첫 만남</a:t>
              </a:r>
            </a:p>
          </p:txBody>
        </p:sp>
        <p:sp>
          <p:nvSpPr>
            <p:cNvPr id="10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어디에서 어떻게 만났나요?</a:t>
              </a:r>
            </a:p>
          </p:txBody>
        </p:sp>
      </p:grpSp>
      <p:grpSp>
        <p:nvGrpSpPr>
          <p:cNvPr id="11" name="때 2"/>
          <p:cNvGrpSpPr/>
          <p:nvPr/>
        </p:nvGrpSpPr>
        <p:grpSpPr>
          <a:xfrm>
            <a:off x="3459403" y="2651760"/>
            <a:ext cx="2590723" cy="3383280"/>
            <a:chOff x="3459403" y="2651760"/>
            <a:chExt cx="2590723" cy="3383280"/>
          </a:xfrm>
        </p:grpSpPr>
        <p:sp>
          <p:nvSpPr>
            <p:cNvPr id="12" name="점"/>
            <p:cNvSpPr/>
            <p:nvPr/>
          </p:nvSpPr>
          <p:spPr>
            <a:xfrm>
              <a:off x="4553597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때"/>
            <p:cNvSpPr txBox="1"/>
            <p:nvPr/>
          </p:nvSpPr>
          <p:spPr>
            <a:xfrm>
              <a:off x="3459403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결혼</a:t>
              </a:r>
            </a:p>
          </p:txBody>
        </p:sp>
        <p:sp>
          <p:nvSpPr>
            <p:cNvPr id="14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함께 시작한 날</a:t>
              </a:r>
            </a:p>
          </p:txBody>
        </p:sp>
        <p:sp>
          <p:nvSpPr>
            <p:cNvPr id="15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그날의 기억을 적어요</a:t>
              </a:r>
            </a:p>
          </p:txBody>
        </p:sp>
      </p:grpSp>
      <p:grpSp>
        <p:nvGrpSpPr>
          <p:cNvPr id="16" name="때 3"/>
          <p:cNvGrpSpPr/>
          <p:nvPr/>
        </p:nvGrpSpPr>
        <p:grpSpPr>
          <a:xfrm>
            <a:off x="6141567" y="2651760"/>
            <a:ext cx="2590723" cy="3383280"/>
            <a:chOff x="6141567" y="2651760"/>
            <a:chExt cx="2590723" cy="3383280"/>
          </a:xfrm>
        </p:grpSpPr>
        <p:sp>
          <p:nvSpPr>
            <p:cNvPr id="17" name="점"/>
            <p:cNvSpPr/>
            <p:nvPr/>
          </p:nvSpPr>
          <p:spPr>
            <a:xfrm>
              <a:off x="7235761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때"/>
            <p:cNvSpPr txBox="1"/>
            <p:nvPr/>
          </p:nvSpPr>
          <p:spPr>
            <a:xfrm>
              <a:off x="6141567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첫 집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우리의 보금자리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처음 이사한 날</a:t>
              </a:r>
            </a:p>
          </p:txBody>
        </p:sp>
      </p:grpSp>
      <p:grpSp>
        <p:nvGrpSpPr>
          <p:cNvPr id="21" name="때 4"/>
          <p:cNvGrpSpPr/>
          <p:nvPr/>
        </p:nvGrpSpPr>
        <p:grpSpPr>
          <a:xfrm>
            <a:off x="8823731" y="2651760"/>
            <a:ext cx="2590723" cy="3383280"/>
            <a:chOff x="8823731" y="2651760"/>
            <a:chExt cx="2590723" cy="3383280"/>
          </a:xfrm>
        </p:grpSpPr>
        <p:sp>
          <p:nvSpPr>
            <p:cNvPr id="22" name="점"/>
            <p:cNvSpPr/>
            <p:nvPr/>
          </p:nvSpPr>
          <p:spPr>
            <a:xfrm>
              <a:off x="9917925" y="3291840"/>
              <a:ext cx="402336" cy="402336"/>
            </a:xfrm>
            <a:prstGeom prst="ellipse">
              <a:avLst/>
            </a:prstGeom>
            <a:solidFill>
              <a:schemeClr val="accent1"/>
            </a:solidFill>
            <a:ln w="38100">
              <a:solidFill>
                <a:schemeClr val="bg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때"/>
            <p:cNvSpPr txBox="1"/>
            <p:nvPr/>
          </p:nvSpPr>
          <p:spPr>
            <a:xfrm>
              <a:off x="8823731" y="2651760"/>
              <a:ext cx="259072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b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600" b="1" i="0" lang="ko-KR">
                  <a:solidFill>
                    <a:schemeClr val="tx2"/>
                  </a:solidFill>
                  <a:latin typeface="+mj-lt"/>
                  <a:ea typeface="+mj-ea"/>
                </a:rPr>
                <a:t>지금</a:t>
              </a:r>
            </a:p>
          </p:txBody>
        </p:sp>
        <p:sp>
          <p:nvSpPr>
            <p:cNvPr id="24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우리</a:t>
              </a:r>
            </a:p>
          </p:txBody>
        </p:sp>
        <p:sp>
          <p:nvSpPr>
            <p:cNvPr id="25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우리 이야기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4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B09200-B36A-4C90-8918-DFF47F38F5E2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번호 1"/>
            <p:cNvSpPr/>
            <p:nvPr/>
          </p:nvSpPr>
          <p:spPr>
            <a:xfrm>
              <a:off x="1005840" y="2103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1</a:t>
              </a:r>
            </a:p>
          </p:txBody>
        </p:sp>
        <p:sp>
          <p:nvSpPr>
            <p:cNvPr id="8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sp>
          <p:nvSpPr>
            <p:cNvPr id="9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하루에 한 번 서로 안아 주기</a:t>
              </a:r>
            </a:p>
          </p:txBody>
        </p:sp>
      </p:grpSp>
      <p:grpSp>
        <p:nvGrpSpPr>
          <p:cNvPr id="10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1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번호 2"/>
            <p:cNvSpPr/>
            <p:nvPr/>
          </p:nvSpPr>
          <p:spPr>
            <a:xfrm>
              <a:off x="1005840" y="3246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2</a:t>
              </a:r>
            </a:p>
          </p:txBody>
        </p:sp>
        <p:sp>
          <p:nvSpPr>
            <p:cNvPr id="13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sp>
          <p:nvSpPr>
            <p:cNvPr id="14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화가 나도 잠자리 전엔 풀기</a:t>
              </a:r>
            </a:p>
          </p:txBody>
        </p:sp>
      </p:grpSp>
      <p:grpSp>
        <p:nvGrpSpPr>
          <p:cNvPr id="15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16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oundRect">
              <a:avLst>
                <a:gd name="adj" fmla="val 5000"/>
              </a:avLst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번호 3"/>
            <p:cNvSpPr/>
            <p:nvPr/>
          </p:nvSpPr>
          <p:spPr>
            <a:xfrm>
              <a:off x="1005840" y="4389120"/>
              <a:ext cx="457200" cy="457200"/>
            </a:xfrm>
            <a:prstGeom prst="ellipse">
              <a:avLst/>
            </a:prstGeom>
            <a:noFill/>
            <a:ln w="19050">
              <a:solidFill>
                <a:schemeClr val="accent1"/>
              </a:solidFill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chemeClr val="tx2"/>
                  </a:solidFill>
                </a:rPr>
                <a:t>3</a:t>
              </a:r>
            </a:p>
          </p:txBody>
        </p:sp>
        <p:sp>
          <p:nvSpPr>
            <p:cNvPr id="18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sp>
          <p:nvSpPr>
            <p:cNvPr id="19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한 달에 한 번 데이트하기</a:t>
              </a:r>
            </a:p>
          </p:txBody>
        </p:sp>
      </p:grpSp>
    </p:spTree>
  </p:cSld>
  <p:clrMapOvr>
    <a:masterClrMapping/>
  </p:clrMapOvr>
  <p:transition spd="med">
    <p:wipe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4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  <a:solidFill>
            <a:schemeClr val="bg1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oundRect">
            <a:avLst>
              <a:gd name="adj" fmla="val 600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66CC7-EC9C-423D-8CBE-689C4D08028D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D4EAE7-EC5E-4DC5-9444-AAF4BD216AE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wipe dir="r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Text Placeholder 3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AUTUMN  ·  FAMILY ALBUM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우리 부부 가족 소개">
  <a:themeElements>
    <a:clrScheme name="우리 부부 가족 소개">
      <a:dk1>
        <a:srgbClr val="2B2724"/>
      </a:dk1>
      <a:lt1>
        <a:srgbClr val="FFFFFF"/>
      </a:lt1>
      <a:dk2>
        <a:srgbClr val="64483A"/>
      </a:dk2>
      <a:lt2>
        <a:srgbClr val="F5E2EF"/>
      </a:lt2>
      <a:accent1>
        <a:srgbClr val="CF7CB4"/>
      </a:accent1>
      <a:accent2>
        <a:srgbClr val="83BE97"/>
      </a:accent2>
      <a:accent3>
        <a:srgbClr val="4E2C43"/>
      </a:accent3>
      <a:accent4>
        <a:srgbClr val="F0CBE4"/>
      </a:accent4>
      <a:accent5>
        <a:srgbClr val="E0BAA3"/>
      </a:accent5>
      <a:accent6>
        <a:srgbClr val="D0BCE6"/>
      </a:accent6>
      <a:hlink>
        <a:srgbClr val="64483A"/>
      </a:hlink>
      <a:folHlink>
        <a:srgbClr val="4E2C43"/>
      </a:folHlink>
    </a:clrScheme>
    <a:fontScheme name="우리 부부 가족 소개">
      <a:majorFont>
        <a:latin typeface="Century Gothic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우리 부부 가족 소개</dc:title>
  <dc:subject>우리 부부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