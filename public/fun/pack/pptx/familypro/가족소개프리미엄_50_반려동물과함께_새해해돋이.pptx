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0674C0F-8473-49F3-89AC-92087A5E6D68}">
          <p14:sldIdLst>
            <p14:sldId id="256"/>
          </p14:sldIdLst>
        </p14:section>
        <p14:section name="본문" id="{AF7817A5-1903-4517-89D5-50ED32267221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3AF0AF48-00DB-4B0C-B216-D4BEB2E48F89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300000">
            <a:off x="1383761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-240000">
            <a:off x="2968681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300000">
            <a:off x="1219169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300000">
            <a:off x="1383761" y="850392"/>
            <a:ext cx="3054096" cy="3401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300000">
            <a:off x="2407889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21360000">
            <a:off x="2804089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21360000">
            <a:off x="2968681" y="2770632"/>
            <a:ext cx="2779776" cy="3035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21360000">
            <a:off x="3855649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3F92DB2-D638-49EF-94B6-0192872C6B5B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Round Diagonal Corner Rectangle 3"/>
            <p:cNvSpPr/>
            <p:nvPr/>
          </p:nvSpPr>
          <p:spPr>
            <a:xfrm>
              <a:off x="571500" y="6240780"/>
              <a:ext cx="320040" cy="3200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Round Diagonal Corner Rectangle 5"/>
            <p:cNvSpPr/>
            <p:nvPr/>
          </p:nvSpPr>
          <p:spPr>
            <a:xfrm>
              <a:off x="11300155" y="6240780"/>
              <a:ext cx="320040" cy="3200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300000">
            <a:off x="1383761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-240000">
            <a:off x="2968681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300000">
            <a:off x="1219169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300000">
            <a:off x="1383761" y="850392"/>
            <a:ext cx="3054096" cy="3401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300000">
            <a:off x="2407889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21360000">
            <a:off x="2804089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21360000">
            <a:off x="2968681" y="2770632"/>
            <a:ext cx="2779776" cy="3035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21360000">
            <a:off x="3855649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380924F-1178-4F8C-AC50-97091A6054D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Round Diagonal Corner Rectangle 3"/>
            <p:cNvSpPr/>
            <p:nvPr/>
          </p:nvSpPr>
          <p:spPr>
            <a:xfrm>
              <a:off x="571500" y="6240780"/>
              <a:ext cx="320040" cy="3200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Round Diagonal Corner Rectangle 5"/>
            <p:cNvSpPr/>
            <p:nvPr/>
          </p:nvSpPr>
          <p:spPr>
            <a:xfrm>
              <a:off x="11300155" y="6240780"/>
              <a:ext cx="320040" cy="3200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FC5FD28-ABD4-44A8-84A6-77880B312116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Round Diagonal Corner Rectangle 5"/>
            <p:cNvSpPr/>
            <p:nvPr/>
          </p:nvSpPr>
          <p:spPr>
            <a:xfrm>
              <a:off x="5821527" y="5212080"/>
              <a:ext cx="548640" cy="5486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새해 해돋이 보러 같이 올라간 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반려동물과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342339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342339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5009997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009997" y="2057400"/>
            <a:ext cx="2171700" cy="2171700"/>
          </a:xfrm>
          <a:prstGeom prst="ellipse">
            <a:avLst/>
          </a:prstGeom>
        </p:spPr>
      </p:sp>
      <p:sp>
        <p:nvSpPr>
          <p:cNvPr id="22" name="사진 바탕 3"/>
          <p:cNvSpPr/>
          <p:nvPr/>
        </p:nvSpPr>
        <p:spPr>
          <a:xfrm>
            <a:off x="8677656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677656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EA4EB-E36B-476B-B438-DF2E5B3C8653}" type="slidenum">
              <a:rPr lang="en-US"/>
              <a:t>‹#›</a:t>
            </a:fld>
            <a:endParaRPr lang="en-US"/>
          </a:p>
        </p:txBody>
      </p:sp>
      <p:sp>
        <p:nvSpPr>
          <p:cNvPr id="13" name="보호자 1 카드"/>
          <p:cNvSpPr/>
          <p:nvPr/>
        </p:nvSpPr>
        <p:spPr>
          <a:xfrm>
            <a:off x="731520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보호자 1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1</a:t>
            </a:r>
          </a:p>
        </p:txBody>
      </p:sp>
      <p:sp>
        <p:nvSpPr>
          <p:cNvPr id="16" name="보호자 1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17" name="보호자 2 카드"/>
          <p:cNvSpPr/>
          <p:nvPr/>
        </p:nvSpPr>
        <p:spPr>
          <a:xfrm>
            <a:off x="4399178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보호자 2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2</a:t>
            </a:r>
          </a:p>
        </p:txBody>
      </p:sp>
      <p:sp>
        <p:nvSpPr>
          <p:cNvPr id="20" name="보호자 2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반려동물에게 한마디</a:t>
            </a:r>
          </a:p>
        </p:txBody>
      </p:sp>
      <p:sp>
        <p:nvSpPr>
          <p:cNvPr id="21" name="우리 반려동물 카드"/>
          <p:cNvSpPr/>
          <p:nvPr/>
        </p:nvSpPr>
        <p:spPr>
          <a:xfrm>
            <a:off x="8066836" y="1828800"/>
            <a:ext cx="3393338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우리 반려동물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우리 반려동물</a:t>
            </a:r>
          </a:p>
        </p:txBody>
      </p:sp>
      <p:sp>
        <p:nvSpPr>
          <p:cNvPr id="24" name="우리 반려동물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특징 · 성격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CD5C9-3380-48F1-9A8F-B378165535B7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인연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입양하던 날의 이야기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산책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함께한 첫 걸음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가장 웃었던 날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잊지 못할 순간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사진으로 남겨 두세요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E829D-924E-461C-A5ED-63132009C714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산책은 하루도 거르지 않기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건강 검진 날짜 챙기기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많이 안아 주고 많이 칭찬하기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7C378-DCFC-4DF2-8D54-01DFE6986FB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EF95B-45E9-4598-B298-D70BE50ED61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반려동물과 함께 가족 소개">
  <a:themeElements>
    <a:clrScheme name="반려동물과 함께 가족 소개">
      <a:dk1>
        <a:srgbClr val="2B2724"/>
      </a:dk1>
      <a:lt1>
        <a:srgbClr val="FFFFFF"/>
      </a:lt1>
      <a:dk2>
        <a:srgbClr val="64523A"/>
      </a:dk2>
      <a:lt2>
        <a:srgbClr val="F7F0EB"/>
      </a:lt2>
      <a:accent1>
        <a:srgbClr val="CCA489"/>
      </a:accent1>
      <a:accent2>
        <a:srgbClr val="BDB88F"/>
      </a:accent2>
      <a:accent3>
        <a:srgbClr val="4E3A2C"/>
      </a:accent3>
      <a:accent4>
        <a:srgbClr val="EEDBCE"/>
      </a:accent4>
      <a:accent5>
        <a:srgbClr val="C6E0A3"/>
      </a:accent5>
      <a:accent6>
        <a:srgbClr val="E6BCD0"/>
      </a:accent6>
      <a:hlink>
        <a:srgbClr val="64523A"/>
      </a:hlink>
      <a:folHlink>
        <a:srgbClr val="4E3A2C"/>
      </a:folHlink>
    </a:clrScheme>
    <a:fontScheme name="반려동물과 함께 가족 소개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>반려동물과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