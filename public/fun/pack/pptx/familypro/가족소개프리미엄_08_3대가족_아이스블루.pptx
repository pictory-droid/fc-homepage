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C8BFEF3E-ECF6-435C-925D-E3CD06939F4E}">
          <p14:sldIdLst>
            <p14:sldId id="256"/>
          </p14:sldIdLst>
        </p14:section>
        <p14:section name="본문" id="{88F9E6F4-78D5-4158-BA4C-37C865B1EC71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775F2091-4DAF-453E-92E4-BBC52A3C03B3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120511" y="1645920"/>
            <a:ext cx="609584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5120511" y="2029968"/>
            <a:ext cx="609584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6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5120511" y="3703320"/>
            <a:ext cx="609584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5120511" y="4480559"/>
            <a:ext cx="609584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38100" cap="rnd">
            <a:solidFill>
              <a:schemeClr val="tx2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658368"/>
            <a:ext cx="1072865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6291072"/>
            <a:ext cx="1072865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731520" y="6199632"/>
            <a:ext cx="10728655" cy="0"/>
          </a:xfrm>
          <a:prstGeom prst="line">
            <a:avLst/>
          </a:prstGeom>
          <a:ln w="38100" cap="rnd">
            <a:solidFill>
              <a:schemeClr val="tx2"/>
            </a:solidFill>
          </a:ln>
        </p:spPr>
      </p:cxnSp>
      <p:sp>
        <p:nvSpPr>
          <p:cNvPr id="6" name="Oval 5"/>
          <p:cNvSpPr/>
          <p:nvPr/>
        </p:nvSpPr>
        <p:spPr>
          <a:xfrm>
            <a:off x="-3108960" y="137159"/>
            <a:ext cx="6583680" cy="6583680"/>
          </a:xfrm>
          <a:prstGeom prst="ellipse">
            <a:avLst/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187244" y="1058875"/>
            <a:ext cx="4740249" cy="4740249"/>
          </a:xfrm>
          <a:prstGeom prst="ellipse">
            <a:avLst/>
          </a:prstGeom>
          <a:noFill/>
          <a:ln w="635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2479852" y="335584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60F69BD8-1C96-4A20-93F7-D01560B2A655}" type="slidenum">
              <a:rPr lang="en-US"/>
              <a:t>‹#›</a:t>
            </a:fld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120511" y="1645920"/>
            <a:ext cx="609584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120511" y="2029968"/>
            <a:ext cx="609584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6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5120511" y="3703320"/>
            <a:ext cx="609584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BDEE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5120511" y="4480559"/>
            <a:ext cx="609584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ABFC6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38100" cap="rnd">
            <a:solidFill>
              <a:srgbClr val="FFFFF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6583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629107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731520" y="6199632"/>
            <a:ext cx="10728655" cy="0"/>
          </a:xfrm>
          <a:prstGeom prst="line">
            <a:avLst/>
          </a:prstGeom>
          <a:ln w="38100" cap="rnd">
            <a:solidFill>
              <a:srgbClr val="FFFFFF"/>
            </a:solidFill>
          </a:ln>
        </p:spPr>
      </p:cxnSp>
      <p:sp>
        <p:nvSpPr>
          <p:cNvPr id="6" name="Oval 5"/>
          <p:cNvSpPr/>
          <p:nvPr/>
        </p:nvSpPr>
        <p:spPr>
          <a:xfrm>
            <a:off x="-3108960" y="137159"/>
            <a:ext cx="6583680" cy="6583680"/>
          </a:xfrm>
          <a:prstGeom prst="ellipse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187244" y="1058875"/>
            <a:ext cx="4740249" cy="4740249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2479852" y="3355848"/>
            <a:ext cx="146304" cy="146304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E04AE003-E45C-4F86-9469-484C5A94877F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73152"/>
            <a:ext cx="1072865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3701F6BC-FE07-4EEA-97A1-58BD1F03CB45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ICE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처마 밑 제비집을 올려다보던 삼대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3대 가족 · 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1037281" y="2057400"/>
            <a:ext cx="947985" cy="110230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037281" y="2057400"/>
            <a:ext cx="947985" cy="1102309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8" name="사진 바탕 2"/>
          <p:cNvSpPr/>
          <p:nvPr/>
        </p:nvSpPr>
        <p:spPr>
          <a:xfrm>
            <a:off x="2871110" y="2057400"/>
            <a:ext cx="947985" cy="110230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2871110" y="2057400"/>
            <a:ext cx="947985" cy="1102309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22" name="사진 바탕 3"/>
          <p:cNvSpPr/>
          <p:nvPr/>
        </p:nvSpPr>
        <p:spPr>
          <a:xfrm>
            <a:off x="4704940" y="2057400"/>
            <a:ext cx="947985" cy="110230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4704940" y="2057400"/>
            <a:ext cx="947985" cy="1102309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26" name="사진 바탕 4"/>
          <p:cNvSpPr/>
          <p:nvPr/>
        </p:nvSpPr>
        <p:spPr>
          <a:xfrm>
            <a:off x="6538769" y="2057400"/>
            <a:ext cx="947985" cy="110230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6538769" y="2057400"/>
            <a:ext cx="947985" cy="1102309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30" name="사진 바탕 5"/>
          <p:cNvSpPr/>
          <p:nvPr/>
        </p:nvSpPr>
        <p:spPr>
          <a:xfrm>
            <a:off x="8372598" y="2057400"/>
            <a:ext cx="947985" cy="110230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8372598" y="2057400"/>
            <a:ext cx="947985" cy="1102309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34" name="사진 바탕 6"/>
          <p:cNvSpPr/>
          <p:nvPr/>
        </p:nvSpPr>
        <p:spPr>
          <a:xfrm>
            <a:off x="10206427" y="2057400"/>
            <a:ext cx="947985" cy="110230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10206427" y="2057400"/>
            <a:ext cx="947985" cy="1102309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43D92-89DE-4FA6-BD20-C2D56F504A50}" type="slidenum">
              <a:rPr lang="en-US"/>
              <a:t>‹#›</a:t>
            </a:fld>
            <a:endParaRPr lang="en-US"/>
          </a:p>
        </p:txBody>
      </p:sp>
      <p:sp>
        <p:nvSpPr>
          <p:cNvPr id="13" name="할아버지 카드"/>
          <p:cNvSpPr/>
          <p:nvPr/>
        </p:nvSpPr>
        <p:spPr>
          <a:xfrm>
            <a:off x="731520" y="1828800"/>
            <a:ext cx="1559509" cy="3205429"/>
          </a:xfrm>
          <a:prstGeom prst="rect">
            <a:avLst/>
          </a:prstGeom>
          <a:solidFill>
            <a:schemeClr val="bg1">
              <a:alpha val="62000"/>
            </a:schemeClr>
          </a:solidFill>
          <a:ln w="9525">
            <a:solidFill>
              <a:schemeClr val="accent1">
                <a:alpha val="80000"/>
              </a:schemeClr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할아버지 이름"/>
          <p:cNvSpPr txBox="1"/>
          <p:nvPr/>
        </p:nvSpPr>
        <p:spPr>
          <a:xfrm>
            <a:off x="731520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할아버지</a:t>
            </a:r>
          </a:p>
        </p:txBody>
      </p:sp>
      <p:sp>
        <p:nvSpPr>
          <p:cNvPr id="16" name="할아버지 소개"/>
          <p:cNvSpPr txBox="1"/>
          <p:nvPr/>
        </p:nvSpPr>
        <p:spPr>
          <a:xfrm>
            <a:off x="822960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성함 · 연세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좋아하시는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손주에게 한마디</a:t>
            </a:r>
          </a:p>
        </p:txBody>
      </p:sp>
      <p:sp>
        <p:nvSpPr>
          <p:cNvPr id="17" name="할머니 카드"/>
          <p:cNvSpPr/>
          <p:nvPr/>
        </p:nvSpPr>
        <p:spPr>
          <a:xfrm>
            <a:off x="2565349" y="1828800"/>
            <a:ext cx="1559509" cy="3205429"/>
          </a:xfrm>
          <a:prstGeom prst="rect">
            <a:avLst/>
          </a:prstGeom>
          <a:solidFill>
            <a:schemeClr val="bg1">
              <a:alpha val="62000"/>
            </a:schemeClr>
          </a:solidFill>
          <a:ln w="9525">
            <a:solidFill>
              <a:schemeClr val="accent1">
                <a:alpha val="80000"/>
              </a:schemeClr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할머니 이름"/>
          <p:cNvSpPr txBox="1"/>
          <p:nvPr/>
        </p:nvSpPr>
        <p:spPr>
          <a:xfrm>
            <a:off x="2565349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할머니</a:t>
            </a:r>
          </a:p>
        </p:txBody>
      </p:sp>
      <p:sp>
        <p:nvSpPr>
          <p:cNvPr id="20" name="할머니 소개"/>
          <p:cNvSpPr txBox="1"/>
          <p:nvPr/>
        </p:nvSpPr>
        <p:spPr>
          <a:xfrm>
            <a:off x="2656789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성함 · 연세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좋아하시는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손주에게 한마디</a:t>
            </a:r>
          </a:p>
        </p:txBody>
      </p:sp>
      <p:sp>
        <p:nvSpPr>
          <p:cNvPr id="21" name="아빠 카드"/>
          <p:cNvSpPr/>
          <p:nvPr/>
        </p:nvSpPr>
        <p:spPr>
          <a:xfrm>
            <a:off x="4399178" y="1828800"/>
            <a:ext cx="1559509" cy="3205429"/>
          </a:xfrm>
          <a:prstGeom prst="rect">
            <a:avLst/>
          </a:prstGeom>
          <a:solidFill>
            <a:schemeClr val="bg1">
              <a:alpha val="62000"/>
            </a:schemeClr>
          </a:solidFill>
          <a:ln w="9525">
            <a:solidFill>
              <a:schemeClr val="accent1">
                <a:alpha val="80000"/>
              </a:schemeClr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3" name="아빠 이름"/>
          <p:cNvSpPr txBox="1"/>
          <p:nvPr/>
        </p:nvSpPr>
        <p:spPr>
          <a:xfrm>
            <a:off x="4399178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아빠</a:t>
            </a:r>
          </a:p>
        </p:txBody>
      </p:sp>
      <p:sp>
        <p:nvSpPr>
          <p:cNvPr id="24" name="아빠 소개"/>
          <p:cNvSpPr txBox="1"/>
          <p:nvPr/>
        </p:nvSpPr>
        <p:spPr>
          <a:xfrm>
            <a:off x="4490618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나의 한마디</a:t>
            </a:r>
          </a:p>
        </p:txBody>
      </p:sp>
      <p:sp>
        <p:nvSpPr>
          <p:cNvPr id="25" name="엄마 카드"/>
          <p:cNvSpPr/>
          <p:nvPr/>
        </p:nvSpPr>
        <p:spPr>
          <a:xfrm>
            <a:off x="6233007" y="1828800"/>
            <a:ext cx="1559509" cy="3205429"/>
          </a:xfrm>
          <a:prstGeom prst="rect">
            <a:avLst/>
          </a:prstGeom>
          <a:solidFill>
            <a:schemeClr val="bg1">
              <a:alpha val="62000"/>
            </a:schemeClr>
          </a:solidFill>
          <a:ln w="9525">
            <a:solidFill>
              <a:schemeClr val="accent1">
                <a:alpha val="80000"/>
              </a:schemeClr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7" name="엄마 이름"/>
          <p:cNvSpPr txBox="1"/>
          <p:nvPr/>
        </p:nvSpPr>
        <p:spPr>
          <a:xfrm>
            <a:off x="6233007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엄마</a:t>
            </a:r>
          </a:p>
        </p:txBody>
      </p:sp>
      <p:sp>
        <p:nvSpPr>
          <p:cNvPr id="28" name="엄마 소개"/>
          <p:cNvSpPr txBox="1"/>
          <p:nvPr/>
        </p:nvSpPr>
        <p:spPr>
          <a:xfrm>
            <a:off x="6324447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나의 한마디</a:t>
            </a:r>
          </a:p>
        </p:txBody>
      </p:sp>
      <p:sp>
        <p:nvSpPr>
          <p:cNvPr id="29" name="큰아이 카드"/>
          <p:cNvSpPr/>
          <p:nvPr/>
        </p:nvSpPr>
        <p:spPr>
          <a:xfrm>
            <a:off x="8066836" y="1828800"/>
            <a:ext cx="1559509" cy="3205429"/>
          </a:xfrm>
          <a:prstGeom prst="rect">
            <a:avLst/>
          </a:prstGeom>
          <a:solidFill>
            <a:schemeClr val="bg1">
              <a:alpha val="62000"/>
            </a:schemeClr>
          </a:solidFill>
          <a:ln w="9525">
            <a:solidFill>
              <a:schemeClr val="accent1">
                <a:alpha val="80000"/>
              </a:schemeClr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1" name="큰아이 이름"/>
          <p:cNvSpPr txBox="1"/>
          <p:nvPr/>
        </p:nvSpPr>
        <p:spPr>
          <a:xfrm>
            <a:off x="8066836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큰아이</a:t>
            </a:r>
          </a:p>
        </p:txBody>
      </p:sp>
      <p:sp>
        <p:nvSpPr>
          <p:cNvPr id="32" name="큰아이 소개"/>
          <p:cNvSpPr txBox="1"/>
          <p:nvPr/>
        </p:nvSpPr>
        <p:spPr>
          <a:xfrm>
            <a:off x="8158276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한마디</a:t>
            </a:r>
          </a:p>
        </p:txBody>
      </p:sp>
      <p:sp>
        <p:nvSpPr>
          <p:cNvPr id="33" name="작은아이 카드"/>
          <p:cNvSpPr/>
          <p:nvPr/>
        </p:nvSpPr>
        <p:spPr>
          <a:xfrm>
            <a:off x="9900665" y="1828800"/>
            <a:ext cx="1559509" cy="3205429"/>
          </a:xfrm>
          <a:prstGeom prst="rect">
            <a:avLst/>
          </a:prstGeom>
          <a:solidFill>
            <a:schemeClr val="bg1">
              <a:alpha val="62000"/>
            </a:schemeClr>
          </a:solidFill>
          <a:ln w="9525">
            <a:solidFill>
              <a:schemeClr val="accent1">
                <a:alpha val="80000"/>
              </a:schemeClr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5" name="작은아이 이름"/>
          <p:cNvSpPr txBox="1"/>
          <p:nvPr/>
        </p:nvSpPr>
        <p:spPr>
          <a:xfrm>
            <a:off x="9900665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작은아이</a:t>
            </a:r>
          </a:p>
        </p:txBody>
      </p:sp>
      <p:sp>
        <p:nvSpPr>
          <p:cNvPr id="36" name="작은아이 소개"/>
          <p:cNvSpPr txBox="1"/>
          <p:nvPr/>
        </p:nvSpPr>
        <p:spPr>
          <a:xfrm>
            <a:off x="9992105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한마디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FBE62C-4AA3-4AD1-A56D-833DB724BB92}" type="slidenum">
              <a:rPr lang="en-US"/>
              <a:t>‹#›</a:t>
            </a:fld>
            <a:endParaRPr lang="en-US"/>
          </a:p>
        </p:txBody>
      </p:sp>
      <p:cxnSp>
        <p:nvCxnSpPr>
          <p:cNvPr id="5" name="타임라인 선"/>
          <p:cNvCxnSpPr/>
          <p:nvPr/>
        </p:nvCxnSpPr>
        <p:spPr>
          <a:xfrm>
            <a:off x="731520" y="3493008"/>
            <a:ext cx="10728655" cy="0"/>
          </a:xfrm>
          <a:prstGeom prst="line">
            <a:avLst/>
          </a:prstGeom>
          <a:ln w="12700" cap="rnd">
            <a:solidFill>
              <a:schemeClr val="accent1"/>
            </a:solidFill>
          </a:ln>
        </p:spPr>
      </p:cxnSp>
      <p:grpSp>
        <p:nvGrpSpPr>
          <p:cNvPr id="6" name="때 1"/>
          <p:cNvGrpSpPr/>
          <p:nvPr/>
        </p:nvGrpSpPr>
        <p:grpSpPr>
          <a:xfrm>
            <a:off x="777240" y="2651760"/>
            <a:ext cx="2590723" cy="3383280"/>
            <a:chOff x="777240" y="2651760"/>
            <a:chExt cx="2590723" cy="3383280"/>
          </a:xfrm>
        </p:grpSpPr>
        <p:sp>
          <p:nvSpPr>
            <p:cNvPr id="7" name="점"/>
            <p:cNvSpPr/>
            <p:nvPr/>
          </p:nvSpPr>
          <p:spPr>
            <a:xfrm>
              <a:off x="1871433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때"/>
            <p:cNvSpPr txBox="1"/>
            <p:nvPr/>
          </p:nvSpPr>
          <p:spPr>
            <a:xfrm>
              <a:off x="777240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할아버지 할머니의 이야기</a:t>
              </a:r>
            </a:p>
          </p:txBody>
        </p:sp>
        <p:sp>
          <p:nvSpPr>
            <p:cNvPr id="9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뿌리</a:t>
              </a:r>
            </a:p>
          </p:txBody>
        </p:sp>
        <p:sp>
          <p:nvSpPr>
            <p:cNvPr id="10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가족의 시작을 적어요</a:t>
              </a:r>
            </a:p>
          </p:txBody>
        </p:sp>
      </p:grpSp>
      <p:grpSp>
        <p:nvGrpSpPr>
          <p:cNvPr id="11" name="때 2"/>
          <p:cNvGrpSpPr/>
          <p:nvPr/>
        </p:nvGrpSpPr>
        <p:grpSpPr>
          <a:xfrm>
            <a:off x="3459403" y="2651760"/>
            <a:ext cx="2590723" cy="3383280"/>
            <a:chOff x="3459403" y="2651760"/>
            <a:chExt cx="2590723" cy="3383280"/>
          </a:xfrm>
        </p:grpSpPr>
        <p:sp>
          <p:nvSpPr>
            <p:cNvPr id="12" name="점"/>
            <p:cNvSpPr/>
            <p:nvPr/>
          </p:nvSpPr>
          <p:spPr>
            <a:xfrm>
              <a:off x="4553597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때"/>
            <p:cNvSpPr txBox="1"/>
            <p:nvPr/>
          </p:nvSpPr>
          <p:spPr>
            <a:xfrm>
              <a:off x="3459403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부모가 된 날</a:t>
              </a:r>
            </a:p>
          </p:txBody>
        </p:sp>
        <p:sp>
          <p:nvSpPr>
            <p:cNvPr id="14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새로운 가지</a:t>
              </a:r>
            </a:p>
          </p:txBody>
        </p:sp>
        <p:sp>
          <p:nvSpPr>
            <p:cNvPr id="15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기억을 적어요</a:t>
              </a:r>
            </a:p>
          </p:txBody>
        </p:sp>
      </p:grpSp>
      <p:grpSp>
        <p:nvGrpSpPr>
          <p:cNvPr id="16" name="때 3"/>
          <p:cNvGrpSpPr/>
          <p:nvPr/>
        </p:nvGrpSpPr>
        <p:grpSpPr>
          <a:xfrm>
            <a:off x="6141567" y="2651760"/>
            <a:ext cx="2590723" cy="3383280"/>
            <a:chOff x="6141567" y="2651760"/>
            <a:chExt cx="2590723" cy="3383280"/>
          </a:xfrm>
        </p:grpSpPr>
        <p:sp>
          <p:nvSpPr>
            <p:cNvPr id="17" name="점"/>
            <p:cNvSpPr/>
            <p:nvPr/>
          </p:nvSpPr>
          <p:spPr>
            <a:xfrm>
              <a:off x="7235761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때"/>
            <p:cNvSpPr txBox="1"/>
            <p:nvPr/>
          </p:nvSpPr>
          <p:spPr>
            <a:xfrm>
              <a:off x="6141567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온 가족 모임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한자리에 모인 날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가장 즐거웠던 명절</a:t>
              </a:r>
            </a:p>
          </p:txBody>
        </p:sp>
      </p:grpSp>
      <p:grpSp>
        <p:nvGrpSpPr>
          <p:cNvPr id="21" name="때 4"/>
          <p:cNvGrpSpPr/>
          <p:nvPr/>
        </p:nvGrpSpPr>
        <p:grpSpPr>
          <a:xfrm>
            <a:off x="8823731" y="2651760"/>
            <a:ext cx="2590723" cy="3383280"/>
            <a:chOff x="8823731" y="2651760"/>
            <a:chExt cx="2590723" cy="3383280"/>
          </a:xfrm>
        </p:grpSpPr>
        <p:sp>
          <p:nvSpPr>
            <p:cNvPr id="22" name="점"/>
            <p:cNvSpPr/>
            <p:nvPr/>
          </p:nvSpPr>
          <p:spPr>
            <a:xfrm>
              <a:off x="9917925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때"/>
            <p:cNvSpPr txBox="1"/>
            <p:nvPr/>
          </p:nvSpPr>
          <p:spPr>
            <a:xfrm>
              <a:off x="8823731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지금</a:t>
              </a:r>
            </a:p>
          </p:txBody>
        </p:sp>
        <p:sp>
          <p:nvSpPr>
            <p:cNvPr id="24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5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우리 이야기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3CB2B-DA48-4325-813F-19EB744ACDDD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1005840"/>
            <a:chOff x="731520" y="1828800"/>
            <a:chExt cx="10728655" cy="1005840"/>
          </a:xfrm>
        </p:grpSpPr>
        <p:sp>
          <p:nvSpPr>
            <p:cNvPr id="6" name="줄 바탕"/>
            <p:cNvSpPr/>
            <p:nvPr/>
          </p:nvSpPr>
          <p:spPr>
            <a:xfrm>
              <a:off x="731520" y="1828800"/>
              <a:ext cx="10728655" cy="100584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1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1005840" y="2103120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줄 제목"/>
            <p:cNvSpPr txBox="1"/>
            <p:nvPr/>
          </p:nvSpPr>
          <p:spPr>
            <a:xfrm>
              <a:off x="173736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4572000" y="1993392"/>
              <a:ext cx="0" cy="676656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0" name="줄 내용"/>
            <p:cNvSpPr txBox="1"/>
            <p:nvPr/>
          </p:nvSpPr>
          <p:spPr>
            <a:xfrm>
              <a:off x="4754880" y="1874519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명절에는 모두 한자리에 모이기</a:t>
              </a:r>
            </a:p>
          </p:txBody>
        </p:sp>
      </p:grpSp>
      <p:grpSp>
        <p:nvGrpSpPr>
          <p:cNvPr id="11" name="줄 2"/>
          <p:cNvGrpSpPr/>
          <p:nvPr/>
        </p:nvGrpSpPr>
        <p:grpSpPr>
          <a:xfrm>
            <a:off x="731520" y="2971800"/>
            <a:ext cx="10728655" cy="1005840"/>
            <a:chOff x="731520" y="2971800"/>
            <a:chExt cx="10728655" cy="1005840"/>
          </a:xfrm>
        </p:grpSpPr>
        <p:sp>
          <p:nvSpPr>
            <p:cNvPr id="12" name="줄 바탕"/>
            <p:cNvSpPr/>
            <p:nvPr/>
          </p:nvSpPr>
          <p:spPr>
            <a:xfrm>
              <a:off x="731520" y="2971800"/>
              <a:ext cx="10728655" cy="100584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1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1005840" y="3246120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줄 제목"/>
            <p:cNvSpPr txBox="1"/>
            <p:nvPr/>
          </p:nvSpPr>
          <p:spPr>
            <a:xfrm>
              <a:off x="173736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572000" y="3136392"/>
              <a:ext cx="0" cy="676656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6" name="줄 내용"/>
            <p:cNvSpPr txBox="1"/>
            <p:nvPr/>
          </p:nvSpPr>
          <p:spPr>
            <a:xfrm>
              <a:off x="4754880" y="3017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어른께 먼저 안부 전하기</a:t>
              </a:r>
            </a:p>
          </p:txBody>
        </p:sp>
      </p:grpSp>
      <p:grpSp>
        <p:nvGrpSpPr>
          <p:cNvPr id="17" name="줄 3"/>
          <p:cNvGrpSpPr/>
          <p:nvPr/>
        </p:nvGrpSpPr>
        <p:grpSpPr>
          <a:xfrm>
            <a:off x="731520" y="4114800"/>
            <a:ext cx="10728655" cy="1005840"/>
            <a:chOff x="731520" y="4114800"/>
            <a:chExt cx="10728655" cy="1005840"/>
          </a:xfrm>
        </p:grpSpPr>
        <p:sp>
          <p:nvSpPr>
            <p:cNvPr id="18" name="줄 바탕"/>
            <p:cNvSpPr/>
            <p:nvPr/>
          </p:nvSpPr>
          <p:spPr>
            <a:xfrm>
              <a:off x="731520" y="4114800"/>
              <a:ext cx="10728655" cy="100584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1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1005840" y="4389120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줄 제목"/>
            <p:cNvSpPr txBox="1"/>
            <p:nvPr/>
          </p:nvSpPr>
          <p:spPr>
            <a:xfrm>
              <a:off x="173736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4572000" y="4279392"/>
              <a:ext cx="0" cy="676656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2" name="줄 내용"/>
            <p:cNvSpPr txBox="1"/>
            <p:nvPr/>
          </p:nvSpPr>
          <p:spPr>
            <a:xfrm>
              <a:off x="4754880" y="4160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한 달에 한 번 가족 식사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670E-A1D1-4649-8E51-539DDD8DBB8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26A2B2-2FBC-47E9-B477-6BA185C5079A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ICE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3대 가족 가족 소개">
  <a:themeElements>
    <a:clrScheme name="3대 가족 가족 소개">
      <a:dk1>
        <a:srgbClr val="373F48"/>
      </a:dk1>
      <a:lt1>
        <a:srgbClr val="FBFCFE"/>
      </a:lt1>
      <a:dk2>
        <a:srgbClr val="21354F"/>
      </a:dk2>
      <a:lt2>
        <a:srgbClr val="F2F6FA"/>
      </a:lt2>
      <a:accent1>
        <a:srgbClr val="6C8EB6"/>
      </a:accent1>
      <a:accent2>
        <a:srgbClr val="AABDD2"/>
      </a:accent2>
      <a:accent3>
        <a:srgbClr val="5A6777"/>
      </a:accent3>
      <a:accent4>
        <a:srgbClr val="D7E1EC"/>
      </a:accent4>
      <a:accent5>
        <a:srgbClr val="C2CBD6"/>
      </a:accent5>
      <a:accent6>
        <a:srgbClr val="CAD7E4"/>
      </a:accent6>
      <a:hlink>
        <a:srgbClr val="21354F"/>
      </a:hlink>
      <a:folHlink>
        <a:srgbClr val="5A6777"/>
      </a:folHlink>
    </a:clrScheme>
    <a:fontScheme name="3대 가족 가족 소개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3대 가족 가족 소개</dc:title>
  <dc:subject>3대 가족 가족 소개 슬라이드</dc:subject>
  <dc:creator>반딧불이의 곳간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