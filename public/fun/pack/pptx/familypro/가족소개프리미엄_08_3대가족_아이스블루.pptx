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1DCC68B-A94D-4228-A2FC-DDCB7558C2C4}">
          <p14:sldIdLst>
            <p14:sldId id="256"/>
          </p14:sldIdLst>
        </p14:section>
        <p14:section name="본문" id="{CDEBE256-953D-45DC-B048-2E5CDC5B655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CE4A39A-875F-4CED-8A96-0B0AC0CDB3D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674EF37-A5D4-4E57-9670-C18B0B96C92A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BDE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ABF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AACEB5F-6690-4211-92EF-FA98A0BCF12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3828FBA-485A-49E7-A2C8-BD5079A1276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처마 밑 제비집을 올려다보던 삼대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6" name="사진 바탕 4"/>
          <p:cNvSpPr/>
          <p:nvPr/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0" name="사진 바탕 5"/>
          <p:cNvSpPr/>
          <p:nvPr/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4" name="사진 바탕 6"/>
          <p:cNvSpPr/>
          <p:nvPr/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C47-C9CF-46BE-BEA4-E68992BE22C0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1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6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7" name="할머니 카드"/>
          <p:cNvSpPr/>
          <p:nvPr/>
        </p:nvSpPr>
        <p:spPr>
          <a:xfrm>
            <a:off x="2565349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1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0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1" name="아빠 카드"/>
          <p:cNvSpPr/>
          <p:nvPr/>
        </p:nvSpPr>
        <p:spPr>
          <a:xfrm>
            <a:off x="4399178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1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4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5" name="엄마 카드"/>
          <p:cNvSpPr/>
          <p:nvPr/>
        </p:nvSpPr>
        <p:spPr>
          <a:xfrm>
            <a:off x="6233007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1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8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9" name="큰아이 카드"/>
          <p:cNvSpPr/>
          <p:nvPr/>
        </p:nvSpPr>
        <p:spPr>
          <a:xfrm>
            <a:off x="8066836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1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2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3" name="작은아이 카드"/>
          <p:cNvSpPr/>
          <p:nvPr/>
        </p:nvSpPr>
        <p:spPr>
          <a:xfrm>
            <a:off x="9900665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1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36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12C-BA02-4C8B-B5CD-28C19CBC6B82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할아버지 할머니의 이야기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부모가 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온 가족 모임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921B-7018-4F0A-B0ED-5A1911B99BC4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1A57-D9BB-4C45-81D8-409295572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4096B-C900-4672-B1FD-F36092BD40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373F48"/>
      </a:dk1>
      <a:lt1>
        <a:srgbClr val="FBFCFE"/>
      </a:lt1>
      <a:dk2>
        <a:srgbClr val="21354F"/>
      </a:dk2>
      <a:lt2>
        <a:srgbClr val="F2F6FA"/>
      </a:lt2>
      <a:accent1>
        <a:srgbClr val="6C8EB6"/>
      </a:accent1>
      <a:accent2>
        <a:srgbClr val="AABDD2"/>
      </a:accent2>
      <a:accent3>
        <a:srgbClr val="5A6777"/>
      </a:accent3>
      <a:accent4>
        <a:srgbClr val="D7E1EC"/>
      </a:accent4>
      <a:accent5>
        <a:srgbClr val="C2CBD6"/>
      </a:accent5>
      <a:accent6>
        <a:srgbClr val="CAD7E4"/>
      </a:accent6>
      <a:hlink>
        <a:srgbClr val="21354F"/>
      </a:hlink>
      <a:folHlink>
        <a:srgbClr val="5A6777"/>
      </a:folHlink>
    </a:clrScheme>
    <a:fontScheme name="3대 가족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