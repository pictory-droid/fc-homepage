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45F589D-EE28-46D7-AC12-253F9F20008B}">
          <p14:sldIdLst>
            <p14:sldId id="256"/>
          </p14:sldIdLst>
        </p14:section>
        <p14:section name="본문" id="{C86A6F08-0B58-4E22-9BB3-14E63050579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7DD37B9-9C98-42F5-84F2-A07D763660D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AB83F25B-E122-4707-BE68-0914F6F428B3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51D6E37E-BBD0-486D-8E83-21C66D9A8F9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64BB009-0C3D-479D-B618-B730E0EAECA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cxnSp>
          <p:nvCxnSpPr>
            <p:cNvPr id="6" name="Connector 5"/>
            <p:cNvCxnSpPr/>
            <p:nvPr/>
          </p:nvCxnSpPr>
          <p:spPr>
            <a:xfrm flipV="1">
              <a:off x="6095847" y="5431536"/>
              <a:ext cx="0" cy="329184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7" name="Round Diagonal Corner Rectangle 6"/>
            <p:cNvSpPr/>
            <p:nvPr/>
          </p:nvSpPr>
          <p:spPr>
            <a:xfrm>
              <a:off x="5821527" y="5294376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Diagonal Corner Rectangle 7"/>
            <p:cNvSpPr/>
            <p:nvPr/>
          </p:nvSpPr>
          <p:spPr>
            <a:xfrm flipH="1">
              <a:off x="6095847" y="5212080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완행열차 창가 자리에 나란히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037281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037281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287111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87111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470494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70494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30" name="사진 바탕 4"/>
          <p:cNvSpPr/>
          <p:nvPr/>
        </p:nvSpPr>
        <p:spPr>
          <a:xfrm>
            <a:off x="6538769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538769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35" name="사진 바탕 5"/>
          <p:cNvSpPr/>
          <p:nvPr/>
        </p:nvSpPr>
        <p:spPr>
          <a:xfrm>
            <a:off x="8372598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372598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40" name="사진 바탕 6"/>
          <p:cNvSpPr/>
          <p:nvPr/>
        </p:nvSpPr>
        <p:spPr>
          <a:xfrm>
            <a:off x="10206427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206427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B01A-18E1-4D0A-912C-AC5AF8AEDE53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7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8" name="할머니 카드"/>
          <p:cNvSpPr/>
          <p:nvPr/>
        </p:nvSpPr>
        <p:spPr>
          <a:xfrm>
            <a:off x="2565349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2565349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2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3" name="아빠 카드"/>
          <p:cNvSpPr/>
          <p:nvPr/>
        </p:nvSpPr>
        <p:spPr>
          <a:xfrm>
            <a:off x="4399178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포인트 막대"/>
          <p:cNvSpPr/>
          <p:nvPr/>
        </p:nvSpPr>
        <p:spPr>
          <a:xfrm>
            <a:off x="4399178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7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8" name="엄마 카드"/>
          <p:cNvSpPr/>
          <p:nvPr/>
        </p:nvSpPr>
        <p:spPr>
          <a:xfrm>
            <a:off x="6233007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포인트 막대"/>
          <p:cNvSpPr/>
          <p:nvPr/>
        </p:nvSpPr>
        <p:spPr>
          <a:xfrm>
            <a:off x="6233007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32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33" name="큰아이 카드"/>
          <p:cNvSpPr/>
          <p:nvPr/>
        </p:nvSpPr>
        <p:spPr>
          <a:xfrm>
            <a:off x="8066836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포인트 막대"/>
          <p:cNvSpPr/>
          <p:nvPr/>
        </p:nvSpPr>
        <p:spPr>
          <a:xfrm>
            <a:off x="8066836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7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8" name="작은아이 카드"/>
          <p:cNvSpPr/>
          <p:nvPr/>
        </p:nvSpPr>
        <p:spPr>
          <a:xfrm>
            <a:off x="9900665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포인트 막대"/>
          <p:cNvSpPr/>
          <p:nvPr/>
        </p:nvSpPr>
        <p:spPr>
          <a:xfrm>
            <a:off x="9900665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42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9EAED-FD9A-4D01-BF1B-ABE84B20F209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할아버지 할머니의 이야기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부모가 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온 가족 모임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D6C8-08B9-479F-954F-4F4A9DE84CBC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57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3081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914400" y="3200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224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914400" y="4343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ACCE-1015-4711-A4FB-C30ACD3EDE8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26D1-E92E-47CF-A14F-A99DC13062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2B2724"/>
      </a:dk1>
      <a:lt1>
        <a:srgbClr val="FFFFFF"/>
      </a:lt1>
      <a:dk2>
        <a:srgbClr val="643E3A"/>
      </a:dk2>
      <a:lt2>
        <a:srgbClr val="F5E8E2"/>
      </a:lt2>
      <a:accent1>
        <a:srgbClr val="CF957C"/>
      </a:accent1>
      <a:accent2>
        <a:srgbClr val="BE8399"/>
      </a:accent2>
      <a:accent3>
        <a:srgbClr val="4E362C"/>
      </a:accent3>
      <a:accent4>
        <a:srgbClr val="F0D6CB"/>
      </a:accent4>
      <a:accent5>
        <a:srgbClr val="CCE0A3"/>
      </a:accent5>
      <a:accent6>
        <a:srgbClr val="E6BCD4"/>
      </a:accent6>
      <a:hlink>
        <a:srgbClr val="643E3A"/>
      </a:hlink>
      <a:folHlink>
        <a:srgbClr val="4E362C"/>
      </a:folHlink>
    </a:clrScheme>
    <a:fontScheme name="3대 가족 가족 소개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