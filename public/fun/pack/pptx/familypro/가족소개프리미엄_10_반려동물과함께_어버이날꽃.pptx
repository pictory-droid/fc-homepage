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7B432E2-24BA-4F45-B1D0-1C14B3688BE9}">
          <p14:sldIdLst>
            <p14:sldId id="256"/>
          </p14:sldIdLst>
        </p14:section>
        <p14:section name="본문" id="{6A2BAAA3-A478-4ED0-A4FE-5ECC8026162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26A5DEB-C29C-4017-83CD-4BB21124F21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7436924" y="3063240"/>
              <a:ext cx="731520" cy="7315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DFD71F3-8A8B-42F9-BD0A-DD0115F10587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08715" y="7543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436924" y="3063240"/>
            <a:ext cx="731520" cy="731520"/>
            <a:chOff x="7436924" y="3063240"/>
            <a:chExt cx="731520" cy="73152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7436924" y="3063240"/>
              <a:ext cx="731520" cy="7315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900C9BB-D98D-4247-B0BF-1B713A8ABDD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08715" y="7543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12D3FD7-256A-42A6-95E2-EE16CA12978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Round Diagonal Corner Rectangle 6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어버이날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어버이날 꽃 옆에서 한 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40E36-018C-4179-A12B-F44F0A783623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6B560-F5AA-4339-9A32-CDC6E74B40DA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3D39-E17E-40D1-8585-C514FF98D0B1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F7CE7-27D9-43DF-80B5-30BDBA1F58F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8B17C-294B-4A8A-9954-9135AC1C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어버이날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64613A"/>
      </a:dk2>
      <a:lt2>
        <a:srgbClr val="F9E4E8"/>
      </a:lt2>
      <a:accent1>
        <a:srgbClr val="D87384"/>
      </a:accent1>
      <a:accent2>
        <a:srgbClr val="7CB9C5"/>
      </a:accent2>
      <a:accent3>
        <a:srgbClr val="4E2C32"/>
      </a:accent3>
      <a:accent4>
        <a:srgbClr val="F4C7CF"/>
      </a:accent4>
      <a:accent5>
        <a:srgbClr val="E0D8A3"/>
      </a:accent5>
      <a:accent6>
        <a:srgbClr val="E4BCE6"/>
      </a:accent6>
      <a:hlink>
        <a:srgbClr val="64613A"/>
      </a:hlink>
      <a:folHlink>
        <a:srgbClr val="4E2C32"/>
      </a:folHlink>
    </a:clrScheme>
    <a:fontScheme name="반려동물과 함께 가족 소개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