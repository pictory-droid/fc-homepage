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94674AB-789E-48DE-9D10-AE0A1BF2B715}">
          <p14:sldIdLst>
            <p14:sldId id="256"/>
          </p14:sldIdLst>
        </p14:section>
        <p14:section name="본문" id="{6B156A84-DDDD-4441-B275-B3987891C8CF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41715E9-E42E-4DF1-BBD9-B28366D19CC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83B01BF-8D90-44DA-968C-09732BB385D4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13DB0AF-F210-49D6-872F-0C622919449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1EEB89A-1107-4F29-AD03-1DDE811AB29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EMERALD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수국 화단 옆에 앉아 있던 모습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rect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3FDDE-785C-49B1-887A-849A6A377D5B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6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17" name="보호자 2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0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21" name="우리 반려동물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4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0CCD0-9A20-44A6-9A71-5E3DA19C3164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산책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가장 웃었던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A6158-69DC-40FD-9E84-F4A71789CAC7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2CA0DA-EA69-44C8-942D-8D2F797CE44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BBDF3-5111-47BF-BA20-986E99743D5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EMERALD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F8F5EB"/>
      </a:dk1>
      <a:lt1>
        <a:srgbClr val="113C33"/>
      </a:lt1>
      <a:dk2>
        <a:srgbClr val="E6DCB8"/>
      </a:dk2>
      <a:lt2>
        <a:srgbClr val="0C2A24"/>
      </a:lt2>
      <a:accent1>
        <a:srgbClr val="C0A15A"/>
      </a:accent1>
      <a:accent2>
        <a:srgbClr val="4FA58C"/>
      </a:accent2>
      <a:accent3>
        <a:srgbClr val="071A16"/>
      </a:accent3>
      <a:accent4>
        <a:srgbClr val="175246"/>
      </a:accent4>
      <a:accent5>
        <a:srgbClr val="CDB06C"/>
      </a:accent5>
      <a:accent6>
        <a:srgbClr val="3B806D"/>
      </a:accent6>
      <a:hlink>
        <a:srgbClr val="E6DCB8"/>
      </a:hlink>
      <a:folHlink>
        <a:srgbClr val="071A16"/>
      </a:folHlink>
    </a:clrScheme>
    <a:fontScheme name="반려동물과 함께 가족 소개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