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3EE4D73-1B5E-4D6C-ACF6-4F300D841319}">
          <p14:sldIdLst>
            <p14:sldId id="256"/>
          </p14:sldIdLst>
        </p14:section>
        <p14:section name="본문" id="{7244CE77-8F65-4FAD-A8A7-9B39740B0BB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E384813-F7DC-4D23-99DE-4AFBAC93159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B6D89FC-C21F-466E-90D5-1036602258F4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70DD8253-E524-4501-A670-3DDAC1A014B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7F52157-515C-4ED5-A756-8EADA006F35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EMERALD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수국 화단 옆에 앉아 있던 모습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8D3FD-266D-44F8-9A06-995604FAAF14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8A3A8-D7A9-4BD5-979A-59C37015B6E1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산책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가장 웃었던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1D03C-D26B-4781-BCBD-0DD0712B0B1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DF1DA-8E38-4D05-B35B-D68856E3038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8EB37-F0B0-481C-8223-39AEFC34B9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EMERALD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반려동물과 함께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반딧불이의 곳간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