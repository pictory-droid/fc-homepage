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48146A6-E850-4D9C-BBC0-0EB45AAF5B66}">
          <p14:sldIdLst>
            <p14:sldId id="256"/>
          </p14:sldIdLst>
        </p14:section>
        <p14:section name="본문" id="{0401A6FF-5BAD-4EAD-9A3C-05128A8F6A6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1164F48-F724-4B09-A311-CE1FD1E6B7C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3794659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867811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3940963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C38465A6-D7A1-4FAB-BF78-FC6BC5319EA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3794659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867811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3940963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63F22C87-D859-4671-B8B6-170062BC8E3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CF5E5DCF-AE18-4118-80AE-0ED7D9D6E51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WINE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완행열차 창가 자리에 나란히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0" name="사진 바탕 5"/>
          <p:cNvSpPr/>
          <p:nvPr/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4" name="사진 바탕 6"/>
          <p:cNvSpPr/>
          <p:nvPr/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0A62-33E3-4646-B0B9-C63799A526B1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6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7" name="할머니 카드"/>
          <p:cNvSpPr/>
          <p:nvPr/>
        </p:nvSpPr>
        <p:spPr>
          <a:xfrm>
            <a:off x="2565349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0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1" name="아빠 카드"/>
          <p:cNvSpPr/>
          <p:nvPr/>
        </p:nvSpPr>
        <p:spPr>
          <a:xfrm>
            <a:off x="4399178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4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5" name="엄마 카드"/>
          <p:cNvSpPr/>
          <p:nvPr/>
        </p:nvSpPr>
        <p:spPr>
          <a:xfrm>
            <a:off x="6233007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8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9" name="큰아이 카드"/>
          <p:cNvSpPr/>
          <p:nvPr/>
        </p:nvSpPr>
        <p:spPr>
          <a:xfrm>
            <a:off x="8066836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2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3" name="작은아이 카드"/>
          <p:cNvSpPr/>
          <p:nvPr/>
        </p:nvSpPr>
        <p:spPr>
          <a:xfrm>
            <a:off x="9900665" y="1828800"/>
            <a:ext cx="1559509" cy="320542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36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2645-D410-414B-989D-3F781ED67D4B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683E7-44BA-4867-947B-16F491136D0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FC22D-C445-4E6F-9DFD-14E8CD62971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5E15C-55B0-40DF-9BC4-413CBF45906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WINE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48373D"/>
      </a:dk1>
      <a:lt1>
        <a:srgbClr val="FDFBFB"/>
      </a:lt1>
      <a:dk2>
        <a:srgbClr val="451524"/>
      </a:dk2>
      <a:lt2>
        <a:srgbClr val="F9F1F0"/>
      </a:lt2>
      <a:accent1>
        <a:srgbClr val="8A2D45"/>
      </a:accent1>
      <a:accent2>
        <a:srgbClr val="D69AA3"/>
      </a:accent2>
      <a:accent3>
        <a:srgbClr val="8D727A"/>
      </a:accent3>
      <a:accent4>
        <a:srgbClr val="E3CACE"/>
      </a:accent4>
      <a:accent5>
        <a:srgbClr val="C79A82"/>
      </a:accent5>
      <a:accent6>
        <a:srgbClr val="E6C1C6"/>
      </a:accent6>
      <a:hlink>
        <a:srgbClr val="451524"/>
      </a:hlink>
      <a:folHlink>
        <a:srgbClr val="8D727A"/>
      </a:folHlink>
    </a:clrScheme>
    <a:fontScheme name="3대 가족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