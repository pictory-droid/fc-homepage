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099FB7E-353E-4118-B488-F51A1D501903}">
          <p14:sldIdLst>
            <p14:sldId id="256"/>
          </p14:sldIdLst>
        </p14:section>
        <p14:section name="본문" id="{384DE731-E8FC-4ACE-A3A4-0543DB49E83E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E643DAA-3F28-43D4-8C18-29593FAC865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3794659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867811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3940963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E8B54679-F099-457D-AADC-07C84F173CDF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3794659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867811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3940963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45802DC4-B128-46CC-BA98-F54B21DE39B0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3E17D181-EAEA-4327-8279-7EC653B65F71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WINE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완행열차 창가 자리에 나란히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037281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037281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287111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87111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2" name="사진 바탕 3"/>
          <p:cNvSpPr/>
          <p:nvPr/>
        </p:nvSpPr>
        <p:spPr>
          <a:xfrm>
            <a:off x="470494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70494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6" name="사진 바탕 4"/>
          <p:cNvSpPr/>
          <p:nvPr/>
        </p:nvSpPr>
        <p:spPr>
          <a:xfrm>
            <a:off x="6538769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538769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30" name="사진 바탕 5"/>
          <p:cNvSpPr/>
          <p:nvPr/>
        </p:nvSpPr>
        <p:spPr>
          <a:xfrm>
            <a:off x="8372598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372598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34" name="사진 바탕 6"/>
          <p:cNvSpPr/>
          <p:nvPr/>
        </p:nvSpPr>
        <p:spPr>
          <a:xfrm>
            <a:off x="10206427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206427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97D95-2643-4DE6-810C-625981C73899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6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7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0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1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4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5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8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9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2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3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36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522C3-A2DC-40C6-96E4-F974BDAEF21C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할아버지 할머니의 이야기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부모가 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온 가족 모임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BA6CF-172C-4A7A-B66B-B19F02655BA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F367E-6B99-4ACA-914F-F2150C84F3A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B3FECF-C4A7-4AE3-AE2B-77A084C9E4B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WINE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48373D"/>
      </a:dk1>
      <a:lt1>
        <a:srgbClr val="FDFBFB"/>
      </a:lt1>
      <a:dk2>
        <a:srgbClr val="451524"/>
      </a:dk2>
      <a:lt2>
        <a:srgbClr val="F9F1F0"/>
      </a:lt2>
      <a:accent1>
        <a:srgbClr val="8A2D45"/>
      </a:accent1>
      <a:accent2>
        <a:srgbClr val="D69AA3"/>
      </a:accent2>
      <a:accent3>
        <a:srgbClr val="8D727A"/>
      </a:accent3>
      <a:accent4>
        <a:srgbClr val="E3CACE"/>
      </a:accent4>
      <a:accent5>
        <a:srgbClr val="C79A82"/>
      </a:accent5>
      <a:accent6>
        <a:srgbClr val="E6C1C6"/>
      </a:accent6>
      <a:hlink>
        <a:srgbClr val="451524"/>
      </a:hlink>
      <a:folHlink>
        <a:srgbClr val="8D727A"/>
      </a:folHlink>
    </a:clrScheme>
    <a:fontScheme name="3대 가족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