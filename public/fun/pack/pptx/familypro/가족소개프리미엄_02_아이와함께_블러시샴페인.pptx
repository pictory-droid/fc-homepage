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02B017D-FF6A-44CB-BE36-F663D6B0EA1B}">
          <p14:sldIdLst>
            <p14:sldId id="256"/>
          </p14:sldIdLst>
        </p14:section>
        <p14:section name="본문" id="{3F494879-1156-4406-87A9-6B1D1E345DC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78ADEBF-C2AB-43AC-A768-C205C735974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6D2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1A9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6B10EF8-2C06-4BEC-8050-8ED919E4AFD7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0E95BE8-F73A-4584-A6F3-BECC5E43151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7AB0910-32CC-4420-8CA0-BD6CF001F7B1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BLUSH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입춘날 마루에 앉아 아이와 한 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2019223" cy="2019223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3710863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710863" y="2057400"/>
            <a:ext cx="2019223" cy="2019223"/>
          </a:xfrm>
          <a:prstGeom prst="ellipse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6461607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461607" y="2057400"/>
            <a:ext cx="2019223" cy="2019223"/>
          </a:xfrm>
          <a:prstGeom prst="ellipse">
            <a:avLst/>
          </a:prstGeom>
        </p:spPr>
      </p:sp>
      <p:sp>
        <p:nvSpPr>
          <p:cNvPr id="30" name="사진 바탕 4"/>
          <p:cNvSpPr/>
          <p:nvPr/>
        </p:nvSpPr>
        <p:spPr>
          <a:xfrm>
            <a:off x="9212351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212351" y="2057400"/>
            <a:ext cx="2019223" cy="2019223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E2EF1-A72E-4E1B-8C78-B0D245E247C1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247642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7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엄마 카드"/>
          <p:cNvSpPr/>
          <p:nvPr/>
        </p:nvSpPr>
        <p:spPr>
          <a:xfrm>
            <a:off x="3482263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3482263" y="1828800"/>
            <a:ext cx="247642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2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3" name="첫째 카드"/>
          <p:cNvSpPr/>
          <p:nvPr/>
        </p:nvSpPr>
        <p:spPr>
          <a:xfrm>
            <a:off x="6233007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윗선"/>
          <p:cNvSpPr/>
          <p:nvPr/>
        </p:nvSpPr>
        <p:spPr>
          <a:xfrm>
            <a:off x="6233007" y="1828800"/>
            <a:ext cx="247642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7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8" name="둘째 카드"/>
          <p:cNvSpPr/>
          <p:nvPr/>
        </p:nvSpPr>
        <p:spPr>
          <a:xfrm>
            <a:off x="8983751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윗선"/>
          <p:cNvSpPr/>
          <p:nvPr/>
        </p:nvSpPr>
        <p:spPr>
          <a:xfrm>
            <a:off x="8983751" y="1828800"/>
            <a:ext cx="247642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32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5FED-DD6D-4984-86BF-E41616DBBC5D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가족이 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아이가 태어난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가족 여행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3AA9-3F2E-4F36-A17A-8526977671CD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971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4114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389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233A7-A4DF-4EE1-9B74-952CB8D316D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C42D-125B-4F6D-AF1A-7BE5645D71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BLUSH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433534"/>
      </a:dk1>
      <a:lt1>
        <a:srgbClr val="FEFCFB"/>
      </a:lt1>
      <a:dk2>
        <a:srgbClr val="5A3B38"/>
      </a:dk2>
      <a:lt2>
        <a:srgbClr val="FBF4F1"/>
      </a:lt2>
      <a:accent1>
        <a:srgbClr val="D4A39B"/>
      </a:accent1>
      <a:accent2>
        <a:srgbClr val="B48866"/>
      </a:accent2>
      <a:accent3>
        <a:srgbClr val="463331"/>
      </a:accent3>
      <a:accent4>
        <a:srgbClr val="F3E4E0"/>
      </a:accent4>
      <a:accent5>
        <a:srgbClr val="C9AA7C"/>
      </a:accent5>
      <a:accent6>
        <a:srgbClr val="D4B9A5"/>
      </a:accent6>
      <a:hlink>
        <a:srgbClr val="5A3B38"/>
      </a:hlink>
      <a:folHlink>
        <a:srgbClr val="463331"/>
      </a:folHlink>
    </a:clrScheme>
    <a:fontScheme name="아이와 함께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