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D7251CF-A077-42BE-BCF5-E4135024C509}">
          <p14:sldIdLst>
            <p14:sldId id="256"/>
          </p14:sldIdLst>
        </p14:section>
        <p14:section name="본문" id="{3C513544-4875-4537-9D6B-F2F51E2667C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214586C-D47B-4A81-90C1-693BF57D178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2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A9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7C04B26A-6967-4113-9A4A-70DE05CC25E6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E9D3A5C4-9596-4602-B041-87F2D55989A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2BE17EC-59BD-4458-82B1-68C3C88E427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대문 앞 마루에 앉아 아이와 한 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2019223" cy="20192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2019223" cy="2019223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3710863" y="2057400"/>
            <a:ext cx="2019223" cy="20192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710863" y="2057400"/>
            <a:ext cx="2019223" cy="2019223"/>
          </a:xfrm>
          <a:prstGeom prst="ellipse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6461607" y="2057400"/>
            <a:ext cx="2019223" cy="20192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461607" y="2057400"/>
            <a:ext cx="2019223" cy="2019223"/>
          </a:xfrm>
          <a:prstGeom prst="ellipse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9212351" y="2057400"/>
            <a:ext cx="2019223" cy="20192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212351" y="2057400"/>
            <a:ext cx="2019223" cy="2019223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CB9B3-2F54-4722-B425-1221FF5DD7A5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7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3482263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2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3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윗선"/>
          <p:cNvSpPr/>
          <p:nvPr/>
        </p:nvSpPr>
        <p:spPr>
          <a:xfrm>
            <a:off x="6233007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7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  <p:sp>
        <p:nvSpPr>
          <p:cNvPr id="28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윗선"/>
          <p:cNvSpPr/>
          <p:nvPr/>
        </p:nvSpPr>
        <p:spPr>
          <a:xfrm>
            <a:off x="8983751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32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483A1-0119-42D2-9E1D-5B246E47C502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가족이 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아이가 태어난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가족 여행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EFFCDF-26BF-4E62-BD3A-46D6CA2A1826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B6E27-3528-4961-92CD-7DB4B5DBE5C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A34F7-8899-4523-9D2C-313AF391502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433534"/>
      </a:dk1>
      <a:lt1>
        <a:srgbClr val="FEFCFB"/>
      </a:lt1>
      <a:dk2>
        <a:srgbClr val="5A3B38"/>
      </a:dk2>
      <a:lt2>
        <a:srgbClr val="FBF4F1"/>
      </a:lt2>
      <a:accent1>
        <a:srgbClr val="D4A39B"/>
      </a:accent1>
      <a:accent2>
        <a:srgbClr val="B48866"/>
      </a:accent2>
      <a:accent3>
        <a:srgbClr val="463331"/>
      </a:accent3>
      <a:accent4>
        <a:srgbClr val="F3E4E0"/>
      </a:accent4>
      <a:accent5>
        <a:srgbClr val="C9AA7C"/>
      </a:accent5>
      <a:accent6>
        <a:srgbClr val="D4B9A5"/>
      </a:accent6>
      <a:hlink>
        <a:srgbClr val="5A3B38"/>
      </a:hlink>
      <a:folHlink>
        <a:srgbClr val="463331"/>
      </a:folHlink>
    </a:clrScheme>
    <a:fontScheme name="아이와 함께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