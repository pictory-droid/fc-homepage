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92C2480-AEA9-4037-8AD4-0D2DE64B88F7}">
          <p14:sldIdLst>
            <p14:sldId id="256"/>
          </p14:sldIdLst>
        </p14:section>
        <p14:section name="본문" id="{27F399FD-1515-4579-BE3B-4BD837464D2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F33741A-6F97-4938-AB1D-80FF514ED50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50FE429-BA04-4BBC-82E2-05AD32D4613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EE0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0C5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8E7558A-AF6A-439F-A930-DDD35400ED7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D2B2AB55-F716-4ADA-A2A3-C9A8B1A2A9C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소나기 그치고 물웅덩이로 달려가던 모습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151839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151839" y="2057400"/>
            <a:ext cx="2171700" cy="2171700"/>
          </a:xfrm>
          <a:prstGeom prst="ellipse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4621377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621377" y="2057400"/>
            <a:ext cx="2171700" cy="2171700"/>
          </a:xfrm>
          <a:prstGeom prst="ellipse">
            <a:avLst/>
          </a:prstGeom>
        </p:spPr>
      </p:sp>
      <p:sp>
        <p:nvSpPr>
          <p:cNvPr id="23" name="사진 바탕 3"/>
          <p:cNvSpPr/>
          <p:nvPr/>
        </p:nvSpPr>
        <p:spPr>
          <a:xfrm>
            <a:off x="8090916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90916" y="2057400"/>
            <a:ext cx="2171700" cy="2171700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D64B8-0D29-4C79-A2CF-E9F41DA4E8B9}" type="slidenum">
              <a:rPr lang="en-US"/>
              <a:t>‹#›</a:t>
            </a:fld>
            <a:endParaRPr lang="en-US"/>
          </a:p>
        </p:txBody>
      </p:sp>
      <p:sp>
        <p:nvSpPr>
          <p:cNvPr id="14" name="보호자 1 카드"/>
          <p:cNvSpPr/>
          <p:nvPr/>
        </p:nvSpPr>
        <p:spPr>
          <a:xfrm>
            <a:off x="640080" y="1828800"/>
            <a:ext cx="319521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보호자 1 이름"/>
          <p:cNvSpPr txBox="1"/>
          <p:nvPr/>
        </p:nvSpPr>
        <p:spPr>
          <a:xfrm>
            <a:off x="640080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7" name="보호자 1 소개"/>
          <p:cNvSpPr txBox="1"/>
          <p:nvPr/>
        </p:nvSpPr>
        <p:spPr>
          <a:xfrm>
            <a:off x="731519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18" name="보호자 2 카드"/>
          <p:cNvSpPr/>
          <p:nvPr/>
        </p:nvSpPr>
        <p:spPr>
          <a:xfrm>
            <a:off x="4109618" y="1828800"/>
            <a:ext cx="319521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보호자 2 이름"/>
          <p:cNvSpPr txBox="1"/>
          <p:nvPr/>
        </p:nvSpPr>
        <p:spPr>
          <a:xfrm>
            <a:off x="4109618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1" name="보호자 2 소개"/>
          <p:cNvSpPr txBox="1"/>
          <p:nvPr/>
        </p:nvSpPr>
        <p:spPr>
          <a:xfrm>
            <a:off x="4201058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22" name="우리 반려동물 카드"/>
          <p:cNvSpPr/>
          <p:nvPr/>
        </p:nvSpPr>
        <p:spPr>
          <a:xfrm>
            <a:off x="7579156" y="1828800"/>
            <a:ext cx="319521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우리 반려동물 이름"/>
          <p:cNvSpPr txBox="1"/>
          <p:nvPr/>
        </p:nvSpPr>
        <p:spPr>
          <a:xfrm>
            <a:off x="7579156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5" name="우리 반려동물 소개"/>
          <p:cNvSpPr txBox="1"/>
          <p:nvPr/>
        </p:nvSpPr>
        <p:spPr>
          <a:xfrm>
            <a:off x="7670596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A5817-D8C0-47C4-AF0A-6737EE97A06F}" type="slidenum">
              <a:rPr lang="en-US"/>
              <a:t>‹#›</a:t>
            </a:fld>
            <a:endParaRPr lang="en-US"/>
          </a:p>
        </p:txBody>
      </p:sp>
      <p:cxnSp>
        <p:nvCxnSpPr>
          <p:cNvPr id="6" name="타임라인 선"/>
          <p:cNvCxnSpPr/>
          <p:nvPr/>
        </p:nvCxnSpPr>
        <p:spPr>
          <a:xfrm>
            <a:off x="640080" y="3493008"/>
            <a:ext cx="1013429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7" name="때 1"/>
          <p:cNvGrpSpPr/>
          <p:nvPr/>
        </p:nvGrpSpPr>
        <p:grpSpPr>
          <a:xfrm>
            <a:off x="685799" y="2651760"/>
            <a:ext cx="2442133" cy="3383280"/>
            <a:chOff x="685799" y="2651760"/>
            <a:chExt cx="2442133" cy="3383280"/>
          </a:xfrm>
        </p:grpSpPr>
        <p:sp>
          <p:nvSpPr>
            <p:cNvPr id="8" name="점"/>
            <p:cNvSpPr/>
            <p:nvPr/>
          </p:nvSpPr>
          <p:spPr>
            <a:xfrm>
              <a:off x="170569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때"/>
            <p:cNvSpPr txBox="1"/>
            <p:nvPr/>
          </p:nvSpPr>
          <p:spPr>
            <a:xfrm>
              <a:off x="685799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10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11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12" name="때 2"/>
          <p:cNvGrpSpPr/>
          <p:nvPr/>
        </p:nvGrpSpPr>
        <p:grpSpPr>
          <a:xfrm>
            <a:off x="3219373" y="2651760"/>
            <a:ext cx="2442133" cy="3383280"/>
            <a:chOff x="3219373" y="2651760"/>
            <a:chExt cx="2442133" cy="3383280"/>
          </a:xfrm>
        </p:grpSpPr>
        <p:sp>
          <p:nvSpPr>
            <p:cNvPr id="13" name="점"/>
            <p:cNvSpPr/>
            <p:nvPr/>
          </p:nvSpPr>
          <p:spPr>
            <a:xfrm>
              <a:off x="4239272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때"/>
            <p:cNvSpPr txBox="1"/>
            <p:nvPr/>
          </p:nvSpPr>
          <p:spPr>
            <a:xfrm>
              <a:off x="3219373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산책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7" name="때 3"/>
          <p:cNvGrpSpPr/>
          <p:nvPr/>
        </p:nvGrpSpPr>
        <p:grpSpPr>
          <a:xfrm>
            <a:off x="5752947" y="2651760"/>
            <a:ext cx="2442133" cy="3383280"/>
            <a:chOff x="5752947" y="2651760"/>
            <a:chExt cx="2442133" cy="3383280"/>
          </a:xfrm>
        </p:grpSpPr>
        <p:sp>
          <p:nvSpPr>
            <p:cNvPr id="18" name="점"/>
            <p:cNvSpPr/>
            <p:nvPr/>
          </p:nvSpPr>
          <p:spPr>
            <a:xfrm>
              <a:off x="6772846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때"/>
            <p:cNvSpPr txBox="1"/>
            <p:nvPr/>
          </p:nvSpPr>
          <p:spPr>
            <a:xfrm>
              <a:off x="5752947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가장 웃었던 날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22" name="때 4"/>
          <p:cNvGrpSpPr/>
          <p:nvPr/>
        </p:nvGrpSpPr>
        <p:grpSpPr>
          <a:xfrm>
            <a:off x="8286521" y="2651760"/>
            <a:ext cx="2442133" cy="3383280"/>
            <a:chOff x="8286521" y="2651760"/>
            <a:chExt cx="2442133" cy="3383280"/>
          </a:xfrm>
        </p:grpSpPr>
        <p:sp>
          <p:nvSpPr>
            <p:cNvPr id="23" name="점"/>
            <p:cNvSpPr/>
            <p:nvPr/>
          </p:nvSpPr>
          <p:spPr>
            <a:xfrm>
              <a:off x="930642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때"/>
            <p:cNvSpPr txBox="1"/>
            <p:nvPr/>
          </p:nvSpPr>
          <p:spPr>
            <a:xfrm>
              <a:off x="8286521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5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6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35DBF-DEFA-4B34-BC2E-D976F119836A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86868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3" name="줄 바탕"/>
            <p:cNvSpPr/>
            <p:nvPr/>
          </p:nvSpPr>
          <p:spPr>
            <a:xfrm>
              <a:off x="640080" y="2971800"/>
              <a:ext cx="1013429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86868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19" name="줄 바탕"/>
            <p:cNvSpPr/>
            <p:nvPr/>
          </p:nvSpPr>
          <p:spPr>
            <a:xfrm>
              <a:off x="640080" y="4114800"/>
              <a:ext cx="1013429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 txBox="1"/>
            <p:nvPr/>
          </p:nvSpPr>
          <p:spPr>
            <a:xfrm>
              <a:off x="86868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621B2-2E57-46C1-9A72-54B1B2278C0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EF93-0EA7-496F-BE92-9600FB58B3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404837"/>
      </a:dk1>
      <a:lt1>
        <a:srgbClr val="FDFEFA"/>
      </a:lt1>
      <a:dk2>
        <a:srgbClr val="34471E"/>
      </a:dk2>
      <a:lt2>
        <a:srgbClr val="F7FAEC"/>
      </a:lt2>
      <a:accent1>
        <a:srgbClr val="8DAE5B"/>
      </a:accent1>
      <a:accent2>
        <a:srgbClr val="D6A58A"/>
      </a:accent2>
      <a:accent3>
        <a:srgbClr val="68745B"/>
      </a:accent3>
      <a:accent4>
        <a:srgbClr val="E2EBCF"/>
      </a:accent4>
      <a:accent5>
        <a:srgbClr val="B7B06C"/>
      </a:accent5>
      <a:accent6>
        <a:srgbClr val="E5CBB6"/>
      </a:accent6>
      <a:hlink>
        <a:srgbClr val="34471E"/>
      </a:hlink>
      <a:folHlink>
        <a:srgbClr val="68745B"/>
      </a:folHlink>
    </a:clrScheme>
    <a:fontScheme name="반려동물과 함께 가족 소개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