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6981A58-B73C-479A-8753-A2C62BE28A83}">
          <p14:sldIdLst>
            <p14:sldId id="256"/>
          </p14:sldIdLst>
        </p14:section>
        <p14:section name="본문" id="{CCC3C0E7-BFCA-4912-B82F-5B6C321EE27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A090542-0AC9-4D42-9F11-41131BD22E7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274246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166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086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06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2103046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2560246" y="3063240"/>
            <a:ext cx="731520" cy="731520"/>
            <a:chOff x="2560246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2560246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-91513" y="3429000"/>
            <a:ext cx="6035039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4838500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67E2C13D-5962-453E-AB14-8893813CA2F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EE0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0C5BA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274246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166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086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06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2103046" y="2606040"/>
            <a:ext cx="1645920" cy="16459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2560246" y="3063240"/>
            <a:ext cx="731520" cy="731520"/>
            <a:chOff x="2560246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2560246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-91513" y="3429000"/>
            <a:ext cx="6035039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4838500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4DDBC7DD-7134-495D-9951-B58BAAE5AC6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E1E5D266-F516-44A8-B300-00C3A637A026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PISTACHIO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물웅덩이로 달려가던 모습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PISTACHIO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151839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151839" y="2057400"/>
            <a:ext cx="2171700" cy="2171700"/>
          </a:xfrm>
          <a:prstGeom prst="ellipse">
            <a:avLst/>
          </a:prstGeom>
        </p:spPr>
      </p:sp>
      <p:sp>
        <p:nvSpPr>
          <p:cNvPr id="19" name="사진 바탕 2"/>
          <p:cNvSpPr/>
          <p:nvPr/>
        </p:nvSpPr>
        <p:spPr>
          <a:xfrm>
            <a:off x="4621377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621377" y="2057400"/>
            <a:ext cx="2171700" cy="2171700"/>
          </a:xfrm>
          <a:prstGeom prst="ellipse">
            <a:avLst/>
          </a:prstGeom>
        </p:spPr>
      </p:sp>
      <p:sp>
        <p:nvSpPr>
          <p:cNvPr id="23" name="사진 바탕 3"/>
          <p:cNvSpPr/>
          <p:nvPr/>
        </p:nvSpPr>
        <p:spPr>
          <a:xfrm>
            <a:off x="8090916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90916" y="2057400"/>
            <a:ext cx="2171700" cy="2171700"/>
          </a:xfrm>
          <a:prstGeom prst="ellipse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6ACF-64FF-4532-8EE6-077CE581B3B8}" type="slidenum">
              <a:rPr lang="en-US"/>
              <a:t>‹#›</a:t>
            </a:fld>
            <a:endParaRPr lang="en-US"/>
          </a:p>
        </p:txBody>
      </p:sp>
      <p:sp>
        <p:nvSpPr>
          <p:cNvPr id="14" name="보호자 1 카드"/>
          <p:cNvSpPr/>
          <p:nvPr/>
        </p:nvSpPr>
        <p:spPr>
          <a:xfrm>
            <a:off x="640080" y="1828800"/>
            <a:ext cx="3195218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보호자 1 이름"/>
          <p:cNvSpPr txBox="1"/>
          <p:nvPr/>
        </p:nvSpPr>
        <p:spPr>
          <a:xfrm>
            <a:off x="640080" y="4320540"/>
            <a:ext cx="31952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7" name="보호자 1 소개"/>
          <p:cNvSpPr txBox="1"/>
          <p:nvPr/>
        </p:nvSpPr>
        <p:spPr>
          <a:xfrm>
            <a:off x="731519" y="4777740"/>
            <a:ext cx="301233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18" name="보호자 2 카드"/>
          <p:cNvSpPr/>
          <p:nvPr/>
        </p:nvSpPr>
        <p:spPr>
          <a:xfrm>
            <a:off x="4109618" y="1828800"/>
            <a:ext cx="3195218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보호자 2 이름"/>
          <p:cNvSpPr txBox="1"/>
          <p:nvPr/>
        </p:nvSpPr>
        <p:spPr>
          <a:xfrm>
            <a:off x="4109618" y="4320540"/>
            <a:ext cx="31952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1" name="보호자 2 소개"/>
          <p:cNvSpPr txBox="1"/>
          <p:nvPr/>
        </p:nvSpPr>
        <p:spPr>
          <a:xfrm>
            <a:off x="4201058" y="4777740"/>
            <a:ext cx="301233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22" name="우리 반려동물 카드"/>
          <p:cNvSpPr/>
          <p:nvPr/>
        </p:nvSpPr>
        <p:spPr>
          <a:xfrm>
            <a:off x="7579156" y="1828800"/>
            <a:ext cx="3195218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우리 반려동물 이름"/>
          <p:cNvSpPr txBox="1"/>
          <p:nvPr/>
        </p:nvSpPr>
        <p:spPr>
          <a:xfrm>
            <a:off x="7579156" y="4320540"/>
            <a:ext cx="31952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5" name="우리 반려동물 소개"/>
          <p:cNvSpPr txBox="1"/>
          <p:nvPr/>
        </p:nvSpPr>
        <p:spPr>
          <a:xfrm>
            <a:off x="7670596" y="4777740"/>
            <a:ext cx="301233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PISTACHIO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4D2B-6180-4B3D-85A6-A32BCBD8723E}" type="slidenum">
              <a:rPr lang="en-US"/>
              <a:t>‹#›</a:t>
            </a:fld>
            <a:endParaRPr lang="en-US"/>
          </a:p>
        </p:txBody>
      </p:sp>
      <p:cxnSp>
        <p:nvCxnSpPr>
          <p:cNvPr id="6" name="타임라인 선"/>
          <p:cNvCxnSpPr/>
          <p:nvPr/>
        </p:nvCxnSpPr>
        <p:spPr>
          <a:xfrm>
            <a:off x="640080" y="3493008"/>
            <a:ext cx="1013429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7" name="때 1"/>
          <p:cNvGrpSpPr/>
          <p:nvPr/>
        </p:nvGrpSpPr>
        <p:grpSpPr>
          <a:xfrm>
            <a:off x="685799" y="2651760"/>
            <a:ext cx="2442133" cy="3383280"/>
            <a:chOff x="685799" y="2651760"/>
            <a:chExt cx="2442133" cy="3383280"/>
          </a:xfrm>
        </p:grpSpPr>
        <p:sp>
          <p:nvSpPr>
            <p:cNvPr id="8" name="점"/>
            <p:cNvSpPr/>
            <p:nvPr/>
          </p:nvSpPr>
          <p:spPr>
            <a:xfrm>
              <a:off x="1705698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때"/>
            <p:cNvSpPr txBox="1"/>
            <p:nvPr/>
          </p:nvSpPr>
          <p:spPr>
            <a:xfrm>
              <a:off x="685799" y="2651760"/>
              <a:ext cx="244213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10" name="제목"/>
            <p:cNvSpPr txBox="1"/>
            <p:nvPr/>
          </p:nvSpPr>
          <p:spPr>
            <a:xfrm>
              <a:off x="731519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11" name="내용"/>
            <p:cNvSpPr txBox="1"/>
            <p:nvPr/>
          </p:nvSpPr>
          <p:spPr>
            <a:xfrm>
              <a:off x="731519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12" name="때 2"/>
          <p:cNvGrpSpPr/>
          <p:nvPr/>
        </p:nvGrpSpPr>
        <p:grpSpPr>
          <a:xfrm>
            <a:off x="3219373" y="2651760"/>
            <a:ext cx="2442133" cy="3383280"/>
            <a:chOff x="3219373" y="2651760"/>
            <a:chExt cx="2442133" cy="3383280"/>
          </a:xfrm>
        </p:grpSpPr>
        <p:sp>
          <p:nvSpPr>
            <p:cNvPr id="13" name="점"/>
            <p:cNvSpPr/>
            <p:nvPr/>
          </p:nvSpPr>
          <p:spPr>
            <a:xfrm>
              <a:off x="4239272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때"/>
            <p:cNvSpPr txBox="1"/>
            <p:nvPr/>
          </p:nvSpPr>
          <p:spPr>
            <a:xfrm>
              <a:off x="3219373" y="2651760"/>
              <a:ext cx="244213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산책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3265093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3265093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7" name="때 3"/>
          <p:cNvGrpSpPr/>
          <p:nvPr/>
        </p:nvGrpSpPr>
        <p:grpSpPr>
          <a:xfrm>
            <a:off x="5752947" y="2651760"/>
            <a:ext cx="2442133" cy="3383280"/>
            <a:chOff x="5752947" y="2651760"/>
            <a:chExt cx="2442133" cy="3383280"/>
          </a:xfrm>
        </p:grpSpPr>
        <p:sp>
          <p:nvSpPr>
            <p:cNvPr id="18" name="점"/>
            <p:cNvSpPr/>
            <p:nvPr/>
          </p:nvSpPr>
          <p:spPr>
            <a:xfrm>
              <a:off x="6772846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때"/>
            <p:cNvSpPr txBox="1"/>
            <p:nvPr/>
          </p:nvSpPr>
          <p:spPr>
            <a:xfrm>
              <a:off x="5752947" y="2651760"/>
              <a:ext cx="244213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가장 웃었던 날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5798667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5798667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22" name="때 4"/>
          <p:cNvGrpSpPr/>
          <p:nvPr/>
        </p:nvGrpSpPr>
        <p:grpSpPr>
          <a:xfrm>
            <a:off x="8286521" y="2651760"/>
            <a:ext cx="2442133" cy="3383280"/>
            <a:chOff x="8286521" y="2651760"/>
            <a:chExt cx="2442133" cy="3383280"/>
          </a:xfrm>
        </p:grpSpPr>
        <p:sp>
          <p:nvSpPr>
            <p:cNvPr id="23" name="점"/>
            <p:cNvSpPr/>
            <p:nvPr/>
          </p:nvSpPr>
          <p:spPr>
            <a:xfrm>
              <a:off x="9306420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때"/>
            <p:cNvSpPr txBox="1"/>
            <p:nvPr/>
          </p:nvSpPr>
          <p:spPr>
            <a:xfrm>
              <a:off x="8286521" y="2651760"/>
              <a:ext cx="244213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5" name="제목"/>
            <p:cNvSpPr txBox="1"/>
            <p:nvPr/>
          </p:nvSpPr>
          <p:spPr>
            <a:xfrm>
              <a:off x="8332241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6" name="내용"/>
            <p:cNvSpPr txBox="1"/>
            <p:nvPr/>
          </p:nvSpPr>
          <p:spPr>
            <a:xfrm>
              <a:off x="8332241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PISTACHIO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F0EB-89E1-486D-8825-E965C196BE77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640080" y="1828800"/>
            <a:ext cx="10134295" cy="1005840"/>
            <a:chOff x="640080" y="1828800"/>
            <a:chExt cx="10134295" cy="1005840"/>
          </a:xfrm>
        </p:grpSpPr>
        <p:sp>
          <p:nvSpPr>
            <p:cNvPr id="7" name="줄 바탕"/>
            <p:cNvSpPr/>
            <p:nvPr/>
          </p:nvSpPr>
          <p:spPr>
            <a:xfrm>
              <a:off x="640080" y="1828800"/>
              <a:ext cx="1013429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57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64592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48056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663440" y="1874519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640080" y="2971800"/>
            <a:ext cx="10134295" cy="1005840"/>
            <a:chOff x="640080" y="2971800"/>
            <a:chExt cx="10134295" cy="1005840"/>
          </a:xfrm>
        </p:grpSpPr>
        <p:sp>
          <p:nvSpPr>
            <p:cNvPr id="13" name="줄 바탕"/>
            <p:cNvSpPr/>
            <p:nvPr/>
          </p:nvSpPr>
          <p:spPr>
            <a:xfrm>
              <a:off x="640080" y="2971800"/>
              <a:ext cx="1013429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868680" y="3200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64592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448056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줄 내용"/>
            <p:cNvSpPr txBox="1"/>
            <p:nvPr/>
          </p:nvSpPr>
          <p:spPr>
            <a:xfrm>
              <a:off x="4663440" y="3017520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8" name="줄 3"/>
          <p:cNvGrpSpPr/>
          <p:nvPr/>
        </p:nvGrpSpPr>
        <p:grpSpPr>
          <a:xfrm>
            <a:off x="640080" y="4114800"/>
            <a:ext cx="10134295" cy="1005840"/>
            <a:chOff x="640080" y="4114800"/>
            <a:chExt cx="10134295" cy="1005840"/>
          </a:xfrm>
        </p:grpSpPr>
        <p:sp>
          <p:nvSpPr>
            <p:cNvPr id="19" name="줄 바탕"/>
            <p:cNvSpPr/>
            <p:nvPr/>
          </p:nvSpPr>
          <p:spPr>
            <a:xfrm>
              <a:off x="640080" y="4114800"/>
              <a:ext cx="1013429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868680" y="4343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64592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448056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줄 내용"/>
            <p:cNvSpPr txBox="1"/>
            <p:nvPr/>
          </p:nvSpPr>
          <p:spPr>
            <a:xfrm>
              <a:off x="4663440" y="4160520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PISTACHIO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085234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85234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7530388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7530388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640080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0080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085234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085234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7530388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7530388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005BC-A67B-4D09-9A71-8B0F0FBF77A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PISTACHIO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2602-9980-49E2-9E8A-7CE75A6B5B8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PISTACHIO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404837"/>
      </a:dk1>
      <a:lt1>
        <a:srgbClr val="FDFEFA"/>
      </a:lt1>
      <a:dk2>
        <a:srgbClr val="34471E"/>
      </a:dk2>
      <a:lt2>
        <a:srgbClr val="F7FAEC"/>
      </a:lt2>
      <a:accent1>
        <a:srgbClr val="8DAE5B"/>
      </a:accent1>
      <a:accent2>
        <a:srgbClr val="D6A58A"/>
      </a:accent2>
      <a:accent3>
        <a:srgbClr val="68745B"/>
      </a:accent3>
      <a:accent4>
        <a:srgbClr val="E2EBCF"/>
      </a:accent4>
      <a:accent5>
        <a:srgbClr val="B7B06C"/>
      </a:accent5>
      <a:accent6>
        <a:srgbClr val="E5CBB6"/>
      </a:accent6>
      <a:hlink>
        <a:srgbClr val="34471E"/>
      </a:hlink>
      <a:folHlink>
        <a:srgbClr val="68745B"/>
      </a:folHlink>
    </a:clrScheme>
    <a:fontScheme name="반려동물과 함께 가족 소개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