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C4A78B2-A0A6-4EB3-A8C7-C69A868B4951}">
          <p14:sldIdLst>
            <p14:sldId id="256"/>
          </p14:sldIdLst>
        </p14:section>
        <p14:section name="본문" id="{BC999899-194B-410F-BB93-A9EAFE9AD93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11AFB50F-20A9-4273-8F51-6507BD74193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C3C1C32-F7E1-4469-B9E7-5574D845F3BE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E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9C0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52E65621-8F6A-47BD-8FEE-091B3A438CC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UpDiag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CCBBE5E-D03B-4916-A8BE-17F10887798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대나무 숲길을 팔짱 끼고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925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9253" y="2057400"/>
            <a:ext cx="2171700" cy="2171700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76074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76074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29DB7-1EE9-40AB-9A9C-701986B8F713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522716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7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아내 카드"/>
          <p:cNvSpPr/>
          <p:nvPr/>
        </p:nvSpPr>
        <p:spPr>
          <a:xfrm>
            <a:off x="6233007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233007" y="1828800"/>
            <a:ext cx="522716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2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54DC9-9253-4187-8AE3-0BA6AEA59931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결혼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집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31114-A56C-438F-9B27-D52D07ACE2CA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C77CC5-047B-4291-9350-A336DE247DF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A6DCE-6E90-47EA-9207-983A0262C1A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373F48"/>
      </a:dk1>
      <a:lt1>
        <a:srgbClr val="FCFDFE"/>
      </a:lt1>
      <a:dk2>
        <a:srgbClr val="27405F"/>
      </a:dk2>
      <a:lt2>
        <a:srgbClr val="F4F8FC"/>
      </a:lt2>
      <a:accent1>
        <a:srgbClr val="7FA6D2"/>
      </a:accent1>
      <a:accent2>
        <a:srgbClr val="E3B8C5"/>
      </a:accent2>
      <a:accent3>
        <a:srgbClr val="59697C"/>
      </a:accent3>
      <a:accent4>
        <a:srgbClr val="DDE8F4"/>
      </a:accent4>
      <a:accent5>
        <a:srgbClr val="BCC8D6"/>
      </a:accent5>
      <a:accent6>
        <a:srgbClr val="EBD5DE"/>
      </a:accent6>
      <a:hlink>
        <a:srgbClr val="27405F"/>
      </a:hlink>
      <a:folHlink>
        <a:srgbClr val="59697C"/>
      </a:folHlink>
    </a:clrScheme>
    <a:fontScheme name="우리 부부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