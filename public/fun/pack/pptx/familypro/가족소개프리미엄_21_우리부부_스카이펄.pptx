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0303EFD-0CE7-4976-9C77-62A6ABE5F754}">
          <p14:sldIdLst>
            <p14:sldId id="256"/>
          </p14:sldIdLst>
        </p14:section>
        <p14:section name="본문" id="{8502453D-FB40-49EC-9E7D-56876E16142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8BD8D63-2F3D-410B-902E-B88E7F9DC18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E55FFFB-94A1-465E-9F0C-C9D559D1B975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561F03D-6157-426E-A2CB-25029A6EE5E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77680E1-91D1-4B0F-B8DE-442A81CEAA5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대나무 숲길을 팔짱 끼고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56AF-7353-437A-8ED6-AEEDDA20A17F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233007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2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86DF-D851-4EF2-91C5-91A87B267468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88D-762E-4C29-BF6D-EC75000C489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E532-DA52-432B-B01B-C7BE3B83F5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DBC7-00FE-4276-A057-3D5B5623E9D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