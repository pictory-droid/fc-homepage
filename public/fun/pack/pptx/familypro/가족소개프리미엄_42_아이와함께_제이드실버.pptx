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A640BE5-CAC1-421B-B196-E79B7CDE17AD}">
          <p14:sldIdLst>
            <p14:sldId id="256"/>
          </p14:sldIdLst>
        </p14:section>
        <p14:section name="본문" id="{0DC89A31-69D8-4EC0-8EB8-806E9AAFEC3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1447906-86CB-439A-AEDE-CB51A3EA05C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2A49AC7-98AA-450C-AFFA-93A9885AEE4B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A780D6A-2A60-4543-BB51-FF67A088A1C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D2428CB-048C-4DDF-B39C-0C609F8AB2B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붉은 동백 앞에서 아이와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101465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852209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5" name="사진 바탕 3"/>
          <p:cNvSpPr/>
          <p:nvPr/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602953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30" name="사진 바탕 4"/>
          <p:cNvSpPr/>
          <p:nvPr/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353697" y="2057400"/>
            <a:ext cx="1736532" cy="2019223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5E8A1-490D-468F-994B-8AA076BEA9E6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3564559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2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23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안쪽 선"/>
          <p:cNvSpPr/>
          <p:nvPr/>
        </p:nvSpPr>
        <p:spPr>
          <a:xfrm>
            <a:off x="6315303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7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  <p:sp>
        <p:nvSpPr>
          <p:cNvPr id="28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안쪽 선"/>
          <p:cNvSpPr/>
          <p:nvPr/>
        </p:nvSpPr>
        <p:spPr>
          <a:xfrm>
            <a:off x="9066047" y="1911095"/>
            <a:ext cx="2311831" cy="3957751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32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BF67A-68B8-4746-8064-9FC92C6863AA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가족이 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아이가 태어난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가족 여행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D8E5-455C-486C-9DB6-D0B487CD88D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7FAC38-C659-4B5B-A732-AE0258293A5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B08B3-9DE4-4305-8D9A-80BA8960CA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F7FAF9"/>
      </a:dk1>
      <a:lt1>
        <a:srgbClr val="133630"/>
      </a:lt1>
      <a:dk2>
        <a:srgbClr val="E4ECE9"/>
      </a:dk2>
      <a:lt2>
        <a:srgbClr val="0D2521"/>
      </a:lt2>
      <a:accent1>
        <a:srgbClr val="BFC9C6"/>
      </a:accent1>
      <a:accent2>
        <a:srgbClr val="3F9C85"/>
      </a:accent2>
      <a:accent3>
        <a:srgbClr val="081714"/>
      </a:accent3>
      <a:accent4>
        <a:srgbClr val="1A4B43"/>
      </a:accent4>
      <a:accent5>
        <a:srgbClr val="CDD6D3"/>
      </a:accent5>
      <a:accent6>
        <a:srgbClr val="307867"/>
      </a:accent6>
      <a:hlink>
        <a:srgbClr val="E4ECE9"/>
      </a:hlink>
      <a:folHlink>
        <a:srgbClr val="081714"/>
      </a:folHlink>
    </a:clrScheme>
    <a:fontScheme name="아이와 함께 가족 소개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