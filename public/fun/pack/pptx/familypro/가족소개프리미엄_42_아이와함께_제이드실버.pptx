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84754F20-C2A9-4020-83C4-E4D30306EB4C}">
          <p14:sldIdLst>
            <p14:sldId id="256"/>
          </p14:sldIdLst>
        </p14:section>
        <p14:section name="본문" id="{5DF92185-C74D-444C-8D36-FD4D53971705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9C38AFFF-435D-43A4-97A2-DE6F1A1A18DF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03" y="1874519"/>
            <a:ext cx="926568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463003" y="2258568"/>
            <a:ext cx="9265688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463003" y="3703320"/>
            <a:ext cx="9265688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5BEBD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463003" y="4389120"/>
            <a:ext cx="926568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2908D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2148839"/>
            <a:ext cx="12191695" cy="152704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2212847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611879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551615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110944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749808"/>
            <a:ext cx="10728655" cy="7315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D8F22296-272E-414E-A651-F78929DC29A8}" type="slidenum">
              <a:rPr lang="en-US"/>
              <a:t>‹#›</a:t>
            </a:fld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11496751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844223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844223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03" y="1874519"/>
            <a:ext cx="926568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03" y="2258568"/>
            <a:ext cx="9265688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463003" y="3703320"/>
            <a:ext cx="9265688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5BEBD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463003" y="4389120"/>
            <a:ext cx="926568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2908D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2148839"/>
            <a:ext cx="12191695" cy="152704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2212847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611879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551615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110944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749808"/>
            <a:ext cx="10728655" cy="7315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D716995B-9D34-4AC0-B3B8-704120401DD8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11496751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844223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844223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110944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E58263BA-4EDA-4600-935E-21ECD92E4FE7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11496751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844223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844223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9" name="Diamond 8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1" name="Connector 10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12" name="Connector 11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3" name="Diamond 12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JADE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눈 속 동백 앞에서 아이와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아이와 함께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1101465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101465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0" name="사진 바탕 2"/>
          <p:cNvSpPr/>
          <p:nvPr/>
        </p:nvSpPr>
        <p:spPr>
          <a:xfrm>
            <a:off x="3852209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852209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5" name="사진 바탕 3"/>
          <p:cNvSpPr/>
          <p:nvPr/>
        </p:nvSpPr>
        <p:spPr>
          <a:xfrm>
            <a:off x="6602953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602953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30" name="사진 바탕 4"/>
          <p:cNvSpPr/>
          <p:nvPr/>
        </p:nvSpPr>
        <p:spPr>
          <a:xfrm>
            <a:off x="9353697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9353697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97F67-5C76-42C7-97B7-E662D109EF81}" type="slidenum">
              <a:rPr lang="en-US"/>
              <a:t>‹#›</a:t>
            </a:fld>
            <a:endParaRPr lang="en-US"/>
          </a:p>
        </p:txBody>
      </p:sp>
      <p:sp>
        <p:nvSpPr>
          <p:cNvPr id="13" name="아빠 카드"/>
          <p:cNvSpPr/>
          <p:nvPr/>
        </p:nvSpPr>
        <p:spPr>
          <a:xfrm>
            <a:off x="731520" y="1828800"/>
            <a:ext cx="2476423" cy="41223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안쪽 선"/>
          <p:cNvSpPr/>
          <p:nvPr/>
        </p:nvSpPr>
        <p:spPr>
          <a:xfrm>
            <a:off x="813816" y="1911095"/>
            <a:ext cx="2311831" cy="3957751"/>
          </a:xfrm>
          <a:prstGeom prst="rect">
            <a:avLst/>
          </a:prstGeom>
          <a:noFill/>
          <a:ln w="6350">
            <a:solidFill>
              <a:schemeClr val="accent5">
                <a:alpha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아빠 이름"/>
          <p:cNvSpPr txBox="1"/>
          <p:nvPr/>
        </p:nvSpPr>
        <p:spPr>
          <a:xfrm>
            <a:off x="731520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아빠</a:t>
            </a:r>
          </a:p>
        </p:txBody>
      </p:sp>
      <p:sp>
        <p:nvSpPr>
          <p:cNvPr id="17" name="아빠 소개"/>
          <p:cNvSpPr txBox="1"/>
          <p:nvPr/>
        </p:nvSpPr>
        <p:spPr>
          <a:xfrm>
            <a:off x="822960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나의 한마디</a:t>
            </a:r>
          </a:p>
        </p:txBody>
      </p:sp>
      <p:sp>
        <p:nvSpPr>
          <p:cNvPr id="18" name="엄마 카드"/>
          <p:cNvSpPr/>
          <p:nvPr/>
        </p:nvSpPr>
        <p:spPr>
          <a:xfrm>
            <a:off x="3482263" y="1828800"/>
            <a:ext cx="2476423" cy="41223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안쪽 선"/>
          <p:cNvSpPr/>
          <p:nvPr/>
        </p:nvSpPr>
        <p:spPr>
          <a:xfrm>
            <a:off x="3564559" y="1911095"/>
            <a:ext cx="2311831" cy="3957751"/>
          </a:xfrm>
          <a:prstGeom prst="rect">
            <a:avLst/>
          </a:prstGeom>
          <a:noFill/>
          <a:ln w="6350">
            <a:solidFill>
              <a:schemeClr val="accent5">
                <a:alpha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엄마 이름"/>
          <p:cNvSpPr txBox="1"/>
          <p:nvPr/>
        </p:nvSpPr>
        <p:spPr>
          <a:xfrm>
            <a:off x="3482263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엄마</a:t>
            </a:r>
          </a:p>
        </p:txBody>
      </p:sp>
      <p:sp>
        <p:nvSpPr>
          <p:cNvPr id="22" name="엄마 소개"/>
          <p:cNvSpPr txBox="1"/>
          <p:nvPr/>
        </p:nvSpPr>
        <p:spPr>
          <a:xfrm>
            <a:off x="3573703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나의 한마디</a:t>
            </a:r>
          </a:p>
        </p:txBody>
      </p:sp>
      <p:sp>
        <p:nvSpPr>
          <p:cNvPr id="23" name="첫째 카드"/>
          <p:cNvSpPr/>
          <p:nvPr/>
        </p:nvSpPr>
        <p:spPr>
          <a:xfrm>
            <a:off x="6233007" y="1828800"/>
            <a:ext cx="2476423" cy="41223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안쪽 선"/>
          <p:cNvSpPr/>
          <p:nvPr/>
        </p:nvSpPr>
        <p:spPr>
          <a:xfrm>
            <a:off x="6315303" y="1911095"/>
            <a:ext cx="2311831" cy="3957751"/>
          </a:xfrm>
          <a:prstGeom prst="rect">
            <a:avLst/>
          </a:prstGeom>
          <a:noFill/>
          <a:ln w="6350">
            <a:solidFill>
              <a:schemeClr val="accent5">
                <a:alpha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첫째 이름"/>
          <p:cNvSpPr txBox="1"/>
          <p:nvPr/>
        </p:nvSpPr>
        <p:spPr>
          <a:xfrm>
            <a:off x="6233007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첫째</a:t>
            </a:r>
          </a:p>
        </p:txBody>
      </p:sp>
      <p:sp>
        <p:nvSpPr>
          <p:cNvPr id="27" name="첫째 소개"/>
          <p:cNvSpPr txBox="1"/>
          <p:nvPr/>
        </p:nvSpPr>
        <p:spPr>
          <a:xfrm>
            <a:off x="6324447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자라서 되고 싶은 것</a:t>
            </a:r>
          </a:p>
        </p:txBody>
      </p:sp>
      <p:sp>
        <p:nvSpPr>
          <p:cNvPr id="28" name="둘째 카드"/>
          <p:cNvSpPr/>
          <p:nvPr/>
        </p:nvSpPr>
        <p:spPr>
          <a:xfrm>
            <a:off x="8983751" y="1828800"/>
            <a:ext cx="2476423" cy="41223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9" name="안쪽 선"/>
          <p:cNvSpPr/>
          <p:nvPr/>
        </p:nvSpPr>
        <p:spPr>
          <a:xfrm>
            <a:off x="9066047" y="1911095"/>
            <a:ext cx="2311831" cy="3957751"/>
          </a:xfrm>
          <a:prstGeom prst="rect">
            <a:avLst/>
          </a:prstGeom>
          <a:noFill/>
          <a:ln w="6350">
            <a:solidFill>
              <a:schemeClr val="accent5">
                <a:alpha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둘째 이름"/>
          <p:cNvSpPr txBox="1"/>
          <p:nvPr/>
        </p:nvSpPr>
        <p:spPr>
          <a:xfrm>
            <a:off x="8983751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둘째</a:t>
            </a:r>
          </a:p>
        </p:txBody>
      </p:sp>
      <p:sp>
        <p:nvSpPr>
          <p:cNvPr id="32" name="둘째 소개"/>
          <p:cNvSpPr txBox="1"/>
          <p:nvPr/>
        </p:nvSpPr>
        <p:spPr>
          <a:xfrm>
            <a:off x="9075191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자라서 되고 싶은 것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25688-D8AD-417B-BA6E-8C9D169AD497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12700" cap="rnd">
            <a:solidFill>
              <a:schemeClr val="accent5"/>
            </a:solidFill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가족이 된 날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시작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처음 만난 날의 이야기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아이가 태어난 날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새 식구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가족 여행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떠난 길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웃었던 순간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지금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123A5-5249-4C4F-B35F-9178F46C04B6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10564063" cy="84124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103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4572000" y="1993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밥은 꼭 함께 먹기</a:t>
              </a:r>
            </a:p>
          </p:txBody>
        </p:sp>
      </p:grpSp>
      <p:grpSp>
        <p:nvGrpSpPr>
          <p:cNvPr id="12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3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안쪽 선"/>
            <p:cNvSpPr/>
            <p:nvPr/>
          </p:nvSpPr>
          <p:spPr>
            <a:xfrm>
              <a:off x="813816" y="3054096"/>
              <a:ext cx="10564063" cy="84124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1005840" y="3246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6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572000" y="3136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잠들기 전에 사랑한다고 말하기</a:t>
              </a:r>
            </a:p>
          </p:txBody>
        </p:sp>
      </p:grpSp>
      <p:grpSp>
        <p:nvGrpSpPr>
          <p:cNvPr id="19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20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안쪽 선"/>
            <p:cNvSpPr/>
            <p:nvPr/>
          </p:nvSpPr>
          <p:spPr>
            <a:xfrm>
              <a:off x="813816" y="4197096"/>
              <a:ext cx="10564063" cy="84124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1005840" y="4389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4572000" y="4279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주말에는 함께 산책하기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BA2CE-C60E-4F73-910B-23D3E82475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1CD2B-57CE-4535-A003-97D07147F6C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JADE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아이와 함께 가족 소개">
  <a:themeElements>
    <a:clrScheme name="아이와 함께 가족 소개">
      <a:dk1>
        <a:srgbClr val="F7FAF9"/>
      </a:dk1>
      <a:lt1>
        <a:srgbClr val="133630"/>
      </a:lt1>
      <a:dk2>
        <a:srgbClr val="E4ECE9"/>
      </a:dk2>
      <a:lt2>
        <a:srgbClr val="0D2521"/>
      </a:lt2>
      <a:accent1>
        <a:srgbClr val="BFC9C6"/>
      </a:accent1>
      <a:accent2>
        <a:srgbClr val="3F9C85"/>
      </a:accent2>
      <a:accent3>
        <a:srgbClr val="081714"/>
      </a:accent3>
      <a:accent4>
        <a:srgbClr val="1A4B43"/>
      </a:accent4>
      <a:accent5>
        <a:srgbClr val="CDD6D3"/>
      </a:accent5>
      <a:accent6>
        <a:srgbClr val="307867"/>
      </a:accent6>
      <a:hlink>
        <a:srgbClr val="E4ECE9"/>
      </a:hlink>
      <a:folHlink>
        <a:srgbClr val="081714"/>
      </a:folHlink>
    </a:clrScheme>
    <a:fontScheme name="아이와 함께 가족 소개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아이와 함께 가족 소개</dc:title>
  <dc:subject>아이와 함께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