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93476FB-69C5-4321-9971-BFF1FBC06A24}">
          <p14:sldIdLst>
            <p14:sldId id="256"/>
          </p14:sldIdLst>
        </p14:section>
        <p14:section name="본문" id="{8F443119-6B6B-44E9-8ADC-2F2A95FB6344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60EDCDB3-BEBB-4855-A4B9-EF4502B39E3D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BF6F2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711FFE81-46ED-47E0-9982-D7A50F2E8400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BF6F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8B5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6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rgbClr val="000000">
                <a:alpha val="27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BF6F2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62903F3E-7A88-49F4-9DF1-344C957A8DA7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29E1CF56-0E68-4312-BE8D-5C391AAFA1AF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송편 빚다 말고 달 보러 나온 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960120" y="2057400"/>
            <a:ext cx="2019223" cy="2019223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960120" y="2057400"/>
            <a:ext cx="2019223" cy="2019223"/>
          </a:xfrm>
          <a:prstGeom prst="rect">
            <a:avLst/>
          </a:prstGeom>
        </p:spPr>
      </p:sp>
      <p:sp>
        <p:nvSpPr>
          <p:cNvPr id="20" name="사진 바탕 2"/>
          <p:cNvSpPr/>
          <p:nvPr/>
        </p:nvSpPr>
        <p:spPr>
          <a:xfrm>
            <a:off x="3710863" y="2057400"/>
            <a:ext cx="2019223" cy="2019223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710863" y="2057400"/>
            <a:ext cx="2019223" cy="2019223"/>
          </a:xfrm>
          <a:prstGeom prst="rect">
            <a:avLst/>
          </a:prstGeom>
        </p:spPr>
      </p:sp>
      <p:sp>
        <p:nvSpPr>
          <p:cNvPr id="25" name="사진 바탕 3"/>
          <p:cNvSpPr/>
          <p:nvPr/>
        </p:nvSpPr>
        <p:spPr>
          <a:xfrm>
            <a:off x="6461607" y="2057400"/>
            <a:ext cx="2019223" cy="2019223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461607" y="2057400"/>
            <a:ext cx="2019223" cy="2019223"/>
          </a:xfrm>
          <a:prstGeom prst="rect">
            <a:avLst/>
          </a:prstGeom>
        </p:spPr>
      </p:sp>
      <p:sp>
        <p:nvSpPr>
          <p:cNvPr id="30" name="사진 바탕 4"/>
          <p:cNvSpPr/>
          <p:nvPr/>
        </p:nvSpPr>
        <p:spPr>
          <a:xfrm>
            <a:off x="9212351" y="2057400"/>
            <a:ext cx="2019223" cy="2019223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9212351" y="2057400"/>
            <a:ext cx="2019223" cy="2019223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A39C0D-9724-4AC2-BC2A-DC51FBE9B693}" type="slidenum">
              <a:rPr lang="en-US"/>
              <a:t>‹#›</a:t>
            </a:fld>
            <a:endParaRPr lang="en-US"/>
          </a:p>
        </p:txBody>
      </p:sp>
      <p:sp>
        <p:nvSpPr>
          <p:cNvPr id="13" name="아빠 카드"/>
          <p:cNvSpPr/>
          <p:nvPr/>
        </p:nvSpPr>
        <p:spPr>
          <a:xfrm>
            <a:off x="731520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윗선"/>
          <p:cNvSpPr/>
          <p:nvPr/>
        </p:nvSpPr>
        <p:spPr>
          <a:xfrm>
            <a:off x="731520" y="1828800"/>
            <a:ext cx="2476423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아빠 이름"/>
          <p:cNvSpPr txBox="1"/>
          <p:nvPr/>
        </p:nvSpPr>
        <p:spPr>
          <a:xfrm>
            <a:off x="731520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7" name="아빠 소개"/>
          <p:cNvSpPr txBox="1"/>
          <p:nvPr/>
        </p:nvSpPr>
        <p:spPr>
          <a:xfrm>
            <a:off x="822960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18" name="엄마 카드"/>
          <p:cNvSpPr/>
          <p:nvPr/>
        </p:nvSpPr>
        <p:spPr>
          <a:xfrm>
            <a:off x="3482263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윗선"/>
          <p:cNvSpPr/>
          <p:nvPr/>
        </p:nvSpPr>
        <p:spPr>
          <a:xfrm>
            <a:off x="3482263" y="1828800"/>
            <a:ext cx="2476423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엄마 이름"/>
          <p:cNvSpPr txBox="1"/>
          <p:nvPr/>
        </p:nvSpPr>
        <p:spPr>
          <a:xfrm>
            <a:off x="3482263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2" name="엄마 소개"/>
          <p:cNvSpPr txBox="1"/>
          <p:nvPr/>
        </p:nvSpPr>
        <p:spPr>
          <a:xfrm>
            <a:off x="3573703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23" name="첫째 카드"/>
          <p:cNvSpPr/>
          <p:nvPr/>
        </p:nvSpPr>
        <p:spPr>
          <a:xfrm>
            <a:off x="6233007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윗선"/>
          <p:cNvSpPr/>
          <p:nvPr/>
        </p:nvSpPr>
        <p:spPr>
          <a:xfrm>
            <a:off x="6233007" y="1828800"/>
            <a:ext cx="2476423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첫째 이름"/>
          <p:cNvSpPr txBox="1"/>
          <p:nvPr/>
        </p:nvSpPr>
        <p:spPr>
          <a:xfrm>
            <a:off x="6233007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7" name="첫째 소개"/>
          <p:cNvSpPr txBox="1"/>
          <p:nvPr/>
        </p:nvSpPr>
        <p:spPr>
          <a:xfrm>
            <a:off x="6324447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자라서 되고 싶은 것</a:t>
            </a:r>
          </a:p>
        </p:txBody>
      </p:sp>
      <p:sp>
        <p:nvSpPr>
          <p:cNvPr id="28" name="둘째 카드"/>
          <p:cNvSpPr/>
          <p:nvPr/>
        </p:nvSpPr>
        <p:spPr>
          <a:xfrm>
            <a:off x="8983751" y="1828800"/>
            <a:ext cx="2476423" cy="4122343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9" name="윗선"/>
          <p:cNvSpPr/>
          <p:nvPr/>
        </p:nvSpPr>
        <p:spPr>
          <a:xfrm>
            <a:off x="8983751" y="1828800"/>
            <a:ext cx="2476423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둘째 이름"/>
          <p:cNvSpPr txBox="1"/>
          <p:nvPr/>
        </p:nvSpPr>
        <p:spPr>
          <a:xfrm>
            <a:off x="8983751" y="4168063"/>
            <a:ext cx="247642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32" name="둘째 소개"/>
          <p:cNvSpPr txBox="1"/>
          <p:nvPr/>
        </p:nvSpPr>
        <p:spPr>
          <a:xfrm>
            <a:off x="9075191" y="4625263"/>
            <a:ext cx="2293543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D1753-CA5F-47A7-949D-69E0E6429E80}" type="slidenum">
              <a:rPr lang="en-US"/>
              <a:t>‹#›</a:t>
            </a:fld>
            <a:endParaRPr lang="en-US"/>
          </a:p>
        </p:txBody>
      </p:sp>
      <p:grpSp>
        <p:nvGrpSpPr>
          <p:cNvPr id="5" name="때 1"/>
          <p:cNvGrpSpPr/>
          <p:nvPr/>
        </p:nvGrpSpPr>
        <p:grpSpPr>
          <a:xfrm>
            <a:off x="777240" y="3246120"/>
            <a:ext cx="2590723" cy="2788920"/>
            <a:chOff x="777240" y="3246120"/>
            <a:chExt cx="2590723" cy="2788920"/>
          </a:xfrm>
        </p:grpSpPr>
        <p:sp>
          <p:nvSpPr>
            <p:cNvPr id="6" name="단계 화살표"/>
            <p:cNvSpPr/>
            <p:nvPr/>
          </p:nvSpPr>
          <p:spPr>
            <a:xfrm>
              <a:off x="777240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가족이 된 날</a:t>
              </a:r>
            </a:p>
          </p:txBody>
        </p:sp>
        <p:sp>
          <p:nvSpPr>
            <p:cNvPr id="7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8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9" name="때 2"/>
          <p:cNvGrpSpPr/>
          <p:nvPr/>
        </p:nvGrpSpPr>
        <p:grpSpPr>
          <a:xfrm>
            <a:off x="3459403" y="3246120"/>
            <a:ext cx="2590723" cy="2788920"/>
            <a:chOff x="3459403" y="3246120"/>
            <a:chExt cx="2590723" cy="2788920"/>
          </a:xfrm>
        </p:grpSpPr>
        <p:sp>
          <p:nvSpPr>
            <p:cNvPr id="10" name="단계 화살표"/>
            <p:cNvSpPr/>
            <p:nvPr/>
          </p:nvSpPr>
          <p:spPr>
            <a:xfrm>
              <a:off x="3459403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아이가 태어난 날</a:t>
              </a:r>
            </a:p>
          </p:txBody>
        </p:sp>
        <p:sp>
          <p:nvSpPr>
            <p:cNvPr id="11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2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3" name="때 3"/>
          <p:cNvGrpSpPr/>
          <p:nvPr/>
        </p:nvGrpSpPr>
        <p:grpSpPr>
          <a:xfrm>
            <a:off x="6141567" y="3246120"/>
            <a:ext cx="2590723" cy="2788920"/>
            <a:chOff x="6141567" y="3246120"/>
            <a:chExt cx="2590723" cy="2788920"/>
          </a:xfrm>
        </p:grpSpPr>
        <p:sp>
          <p:nvSpPr>
            <p:cNvPr id="14" name="단계 화살표"/>
            <p:cNvSpPr/>
            <p:nvPr/>
          </p:nvSpPr>
          <p:spPr>
            <a:xfrm>
              <a:off x="6141567" y="3246120"/>
              <a:ext cx="259072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가족 여행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17" name="때 4"/>
          <p:cNvGrpSpPr/>
          <p:nvPr/>
        </p:nvGrpSpPr>
        <p:grpSpPr>
          <a:xfrm>
            <a:off x="8823731" y="3246120"/>
            <a:ext cx="2590723" cy="2788920"/>
            <a:chOff x="8823731" y="3246120"/>
            <a:chExt cx="2590723" cy="2788920"/>
          </a:xfrm>
        </p:grpSpPr>
        <p:sp>
          <p:nvSpPr>
            <p:cNvPr id="18" name="단계 화살표"/>
            <p:cNvSpPr/>
            <p:nvPr/>
          </p:nvSpPr>
          <p:spPr>
            <a:xfrm>
              <a:off x="8823731" y="3246120"/>
              <a:ext cx="259072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DA15EF-0A87-4BDE-99CB-6C0CDCB402D9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1005840"/>
            <a:chOff x="731520" y="1828800"/>
            <a:chExt cx="10728655" cy="1005840"/>
          </a:xfrm>
        </p:grpSpPr>
        <p:sp>
          <p:nvSpPr>
            <p:cNvPr id="6" name="줄 바탕"/>
            <p:cNvSpPr/>
            <p:nvPr/>
          </p:nvSpPr>
          <p:spPr>
            <a:xfrm>
              <a:off x="731520" y="1828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971800"/>
            <a:ext cx="10728655" cy="1005840"/>
            <a:chOff x="731520" y="2971800"/>
            <a:chExt cx="10728655" cy="1005840"/>
          </a:xfrm>
        </p:grpSpPr>
        <p:sp>
          <p:nvSpPr>
            <p:cNvPr id="13" name="줄 바탕"/>
            <p:cNvSpPr/>
            <p:nvPr/>
          </p:nvSpPr>
          <p:spPr>
            <a:xfrm>
              <a:off x="731520" y="2971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971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96012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3017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4114800"/>
            <a:ext cx="10728655" cy="1005840"/>
            <a:chOff x="731520" y="4114800"/>
            <a:chExt cx="10728655" cy="1005840"/>
          </a:xfrm>
        </p:grpSpPr>
        <p:sp>
          <p:nvSpPr>
            <p:cNvPr id="20" name="줄 바탕"/>
            <p:cNvSpPr/>
            <p:nvPr/>
          </p:nvSpPr>
          <p:spPr>
            <a:xfrm>
              <a:off x="731520" y="4114800"/>
              <a:ext cx="10728655" cy="10058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4114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96012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4160520"/>
              <a:ext cx="643097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30BA9-6EF9-435C-85CE-2506FF5448C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7C39-5CEF-4A97-8EF1-62C071FA72B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COPPER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FBF6F2"/>
      </a:dk1>
      <a:lt1>
        <a:srgbClr val="242222"/>
      </a:lt1>
      <a:dk2>
        <a:srgbClr val="EFE0D2"/>
      </a:dk2>
      <a:lt2>
        <a:srgbClr val="181717"/>
      </a:lt2>
      <a:accent1>
        <a:srgbClr val="C2794F"/>
      </a:accent1>
      <a:accent2>
        <a:srgbClr val="8E8B86"/>
      </a:accent2>
      <a:accent3>
        <a:srgbClr val="0F0E0E"/>
      </a:accent3>
      <a:accent4>
        <a:srgbClr val="323030"/>
      </a:accent4>
      <a:accent5>
        <a:srgbClr val="D18B62"/>
      </a:accent5>
      <a:accent6>
        <a:srgbClr val="6B6865"/>
      </a:accent6>
      <a:hlink>
        <a:srgbClr val="EFE0D2"/>
      </a:hlink>
      <a:folHlink>
        <a:srgbClr val="0F0E0E"/>
      </a:folHlink>
    </a:clrScheme>
    <a:fontScheme name="아이와 함께 가족 소개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