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3816C44-AAA6-4693-B521-E8954FE80921}">
          <p14:sldIdLst>
            <p14:sldId id="256"/>
          </p14:sldIdLst>
        </p14:section>
        <p14:section name="본문" id="{68E46CB5-DF78-4B2A-AE1A-D656B7832E2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DB6591B-A47F-4107-BAB5-26BF3B5ED79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BF6F2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9D67E4C6-C228-41FB-8F66-68EB836AC57D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BF6F2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52D676A-8861-455A-8ED6-92C32D6E78B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9CB5C7E-0CE7-49DC-8F25-9FF8E6957D5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송편 빚다 말고 달 보러 나온 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2019223" cy="2019223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3710863" y="2057400"/>
            <a:ext cx="2019223" cy="2019223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rect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6461607" y="2057400"/>
            <a:ext cx="2019223" cy="2019223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rect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9212351" y="2057400"/>
            <a:ext cx="2019223" cy="2019223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A60-76E1-464B-9805-87F6549D941D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3482263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2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23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윗선"/>
          <p:cNvSpPr/>
          <p:nvPr/>
        </p:nvSpPr>
        <p:spPr>
          <a:xfrm>
            <a:off x="6233007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7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  <p:sp>
        <p:nvSpPr>
          <p:cNvPr id="28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윗선"/>
          <p:cNvSpPr/>
          <p:nvPr/>
        </p:nvSpPr>
        <p:spPr>
          <a:xfrm>
            <a:off x="8983751" y="1828800"/>
            <a:ext cx="247642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32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B83A5-861D-4B64-B21A-4D9422553FCA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8A60-D035-48D2-B2EB-C6782293255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D288B-E982-4D0D-8FBE-57658CC9D2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BE30-3039-4FF2-B412-14F1FFAC8C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FBF6F2"/>
      </a:dk1>
      <a:lt1>
        <a:srgbClr val="242222"/>
      </a:lt1>
      <a:dk2>
        <a:srgbClr val="EFE0D2"/>
      </a:dk2>
      <a:lt2>
        <a:srgbClr val="181717"/>
      </a:lt2>
      <a:accent1>
        <a:srgbClr val="C2794F"/>
      </a:accent1>
      <a:accent2>
        <a:srgbClr val="8E8B86"/>
      </a:accent2>
      <a:accent3>
        <a:srgbClr val="0F0E0E"/>
      </a:accent3>
      <a:accent4>
        <a:srgbClr val="323030"/>
      </a:accent4>
      <a:accent5>
        <a:srgbClr val="D18B62"/>
      </a:accent5>
      <a:accent6>
        <a:srgbClr val="6B6865"/>
      </a:accent6>
      <a:hlink>
        <a:srgbClr val="EFE0D2"/>
      </a:hlink>
      <a:folHlink>
        <a:srgbClr val="0F0E0E"/>
      </a:folHlink>
    </a:clrScheme>
    <a:fontScheme name="아이와 함께 가족 소개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