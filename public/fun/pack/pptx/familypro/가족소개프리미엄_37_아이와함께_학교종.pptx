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439861B-A8C3-4588-86E4-7D4EEED99AF3}">
          <p14:sldIdLst>
            <p14:sldId id="256"/>
          </p14:sldIdLst>
        </p14:section>
        <p14:section name="본문" id="{D84C958B-ED67-49CB-968D-5609964A173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A8D0649-3F19-4E24-90B8-E74A02D5FF1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28F8129-C173-4F96-814F-A1DE47339F97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32146" y="747979"/>
            <a:ext cx="273176" cy="316338"/>
            <a:chOff x="11232146" y="747979"/>
            <a:chExt cx="273176" cy="316338"/>
          </a:xfrm>
        </p:grpSpPr>
        <p:sp>
          <p:nvSpPr>
            <p:cNvPr id="5" name="Oval 4"/>
            <p:cNvSpPr/>
            <p:nvPr/>
          </p:nvSpPr>
          <p:spPr>
            <a:xfrm>
              <a:off x="11314328" y="747979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11396509" y="80768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11365119" y="90429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11263537" y="90429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11232146" y="80768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333530" y="8791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268865E-1A6E-4EFC-B5C0-242F7C20934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32146" y="747979"/>
            <a:ext cx="273176" cy="316338"/>
            <a:chOff x="11232146" y="747979"/>
            <a:chExt cx="273176" cy="316338"/>
          </a:xfrm>
        </p:grpSpPr>
        <p:sp>
          <p:nvSpPr>
            <p:cNvPr id="5" name="Oval 4"/>
            <p:cNvSpPr/>
            <p:nvPr/>
          </p:nvSpPr>
          <p:spPr>
            <a:xfrm>
              <a:off x="11314328" y="747979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11396509" y="80768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11365119" y="90429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11263537" y="90429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11232146" y="807687"/>
              <a:ext cx="108813" cy="160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333530" y="8791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A570480-F882-43ED-AE84-F214D3459E4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7" name="Oval 6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학교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학교 종 칠 때까지 기다려 준 아빠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99C27-3009-411F-8583-8FE541757FE4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6DE8-3BFC-4455-A339-4D9F729210A7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CC2E7-1179-489D-BC57-3D608FA1AE1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58451-9770-459D-8D95-A26EAD5637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86DA8-6BDC-4216-A1C4-DC989686B2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학교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5E3A64"/>
      </a:dk2>
      <a:lt2>
        <a:srgbClr val="E2E5F5"/>
      </a:lt2>
      <a:accent1>
        <a:srgbClr val="7C87CF"/>
      </a:accent1>
      <a:accent2>
        <a:srgbClr val="BEB683"/>
      </a:accent2>
      <a:accent3>
        <a:srgbClr val="2C314E"/>
      </a:accent3>
      <a:accent4>
        <a:srgbClr val="CBD0F0"/>
      </a:accent4>
      <a:accent5>
        <a:srgbClr val="DAA3E0"/>
      </a:accent5>
      <a:accent6>
        <a:srgbClr val="BCE6E6"/>
      </a:accent6>
      <a:hlink>
        <a:srgbClr val="5E3A64"/>
      </a:hlink>
      <a:folHlink>
        <a:srgbClr val="2C314E"/>
      </a:folHlink>
    </a:clrScheme>
    <a:fontScheme name="아이와 함께 가족 소개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