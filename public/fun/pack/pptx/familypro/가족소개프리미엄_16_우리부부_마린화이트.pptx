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88F5B8B-9A48-4A49-B456-99B3E1498139}">
          <p14:sldIdLst>
            <p14:sldId id="256"/>
          </p14:sldIdLst>
        </p14:section>
        <p14:section name="본문" id="{F5C49CE6-DCE3-4C10-90C0-DBD5711B2E84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DAFE9372-76CC-45D5-BA9F-46128E99B924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233016" y="1303020"/>
            <a:ext cx="460233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233016" y="1687068"/>
            <a:ext cx="4602339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233016" y="3177540"/>
            <a:ext cx="4602339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233016" y="3863340"/>
            <a:ext cx="4602339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1219169" y="548640"/>
            <a:ext cx="9753356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유리판"/>
          <p:cNvSpPr/>
          <p:nvPr/>
        </p:nvSpPr>
        <p:spPr>
          <a:xfrm>
            <a:off x="5730096" y="891540"/>
            <a:ext cx="5608179" cy="507492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유리판 선"/>
          <p:cNvSpPr/>
          <p:nvPr/>
        </p:nvSpPr>
        <p:spPr>
          <a:xfrm>
            <a:off x="5858112" y="1019556"/>
            <a:ext cx="5352147" cy="4818888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6AB897A7-6FC2-4B8A-85AC-F6214EFC79A4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233016" y="1303020"/>
            <a:ext cx="460233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233016" y="1687068"/>
            <a:ext cx="4602339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2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233016" y="3177540"/>
            <a:ext cx="4602339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0E3E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233016" y="3863340"/>
            <a:ext cx="4602339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4CAC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1219169" y="548640"/>
            <a:ext cx="9753356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유리판"/>
          <p:cNvSpPr/>
          <p:nvPr/>
        </p:nvSpPr>
        <p:spPr>
          <a:xfrm>
            <a:off x="5730096" y="891540"/>
            <a:ext cx="5608179" cy="5074920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유리판 선"/>
          <p:cNvSpPr/>
          <p:nvPr/>
        </p:nvSpPr>
        <p:spPr>
          <a:xfrm>
            <a:off x="5858112" y="1019556"/>
            <a:ext cx="5352147" cy="4818888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F182869C-AF4D-4BEF-849C-BCE8AB2FD1F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C83651C6-B5E6-4847-8CD6-E0CF4E8E75AA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MARINE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평상에 앉아 수박 나눠 먹던 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우리 부부 · 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259253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9253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760741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76074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7A451-9C4F-4442-A7C1-9157F7E6E600}" type="slidenum">
              <a:rPr lang="en-US"/>
              <a:t>‹#›</a:t>
            </a:fld>
            <a:endParaRPr lang="en-US"/>
          </a:p>
        </p:txBody>
      </p:sp>
      <p:sp>
        <p:nvSpPr>
          <p:cNvPr id="13" name="남편 카드"/>
          <p:cNvSpPr/>
          <p:nvPr/>
        </p:nvSpPr>
        <p:spPr>
          <a:xfrm>
            <a:off x="731520" y="1828800"/>
            <a:ext cx="5227167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남편 이름"/>
          <p:cNvSpPr txBox="1"/>
          <p:nvPr/>
        </p:nvSpPr>
        <p:spPr>
          <a:xfrm>
            <a:off x="731520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남편</a:t>
            </a:r>
          </a:p>
        </p:txBody>
      </p:sp>
      <p:sp>
        <p:nvSpPr>
          <p:cNvPr id="16" name="남편 소개"/>
          <p:cNvSpPr txBox="1"/>
          <p:nvPr/>
        </p:nvSpPr>
        <p:spPr>
          <a:xfrm>
            <a:off x="822960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7" name="아내 카드"/>
          <p:cNvSpPr/>
          <p:nvPr/>
        </p:nvSpPr>
        <p:spPr>
          <a:xfrm>
            <a:off x="6233007" y="1828800"/>
            <a:ext cx="5227167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아내 이름"/>
          <p:cNvSpPr txBox="1"/>
          <p:nvPr/>
        </p:nvSpPr>
        <p:spPr>
          <a:xfrm>
            <a:off x="6233007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아내</a:t>
            </a:r>
          </a:p>
        </p:txBody>
      </p:sp>
      <p:sp>
        <p:nvSpPr>
          <p:cNvPr id="20" name="아내 소개"/>
          <p:cNvSpPr txBox="1"/>
          <p:nvPr/>
        </p:nvSpPr>
        <p:spPr>
          <a:xfrm>
            <a:off x="6324447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AE2E-C397-4350-AAAB-2792E5C60515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 만났나요?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결혼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시작한 날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집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보금자리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이사한 날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79F93-5DEA-4202-978E-9B20CDAAAEF7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57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하루에 한 번 서로 안아 주기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960120" y="3200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화가 나도 잠자리 전엔 풀기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960120" y="4343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데이트하기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C228-AC4D-4043-BB4A-3007E0D7AAC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EF8F-D46F-4445-8D51-8201F2EA2F5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MARINE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우리 부부 가족 소개">
  <a:themeElements>
    <a:clrScheme name="우리 부부 가족 소개">
      <a:dk1>
        <a:srgbClr val="374048"/>
      </a:dk1>
      <a:lt1>
        <a:srgbClr val="FCFDFE"/>
      </a:lt1>
      <a:dk2>
        <a:srgbClr val="0F2F4A"/>
      </a:dk2>
      <a:lt2>
        <a:srgbClr val="F4F8FA"/>
      </a:lt2>
      <a:accent1>
        <a:srgbClr val="1F5C86"/>
      </a:accent1>
      <a:accent2>
        <a:srgbClr val="5BA3C4"/>
      </a:accent2>
      <a:accent3>
        <a:srgbClr val="72818D"/>
      </a:accent3>
      <a:accent4>
        <a:srgbClr val="C9D9E3"/>
      </a:accent4>
      <a:accent5>
        <a:srgbClr val="B7C4CE"/>
      </a:accent5>
      <a:accent6>
        <a:srgbClr val="A0C9DC"/>
      </a:accent6>
      <a:hlink>
        <a:srgbClr val="0F2F4A"/>
      </a:hlink>
      <a:folHlink>
        <a:srgbClr val="72818D"/>
      </a:folHlink>
    </a:clrScheme>
    <a:fontScheme name="우리 부부 가족 소개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>우리 부부 가족 소개 슬라이드</dc:subject>
  <dc:creator>반딧불이의 곳간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