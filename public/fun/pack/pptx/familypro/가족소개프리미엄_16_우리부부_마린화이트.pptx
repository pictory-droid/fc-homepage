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B1CA107-3763-4069-B25A-B88CDD9847FE}">
          <p14:sldIdLst>
            <p14:sldId id="256"/>
          </p14:sldIdLst>
        </p14:section>
        <p14:section name="본문" id="{67520B6A-7BCF-4F94-A036-2E76C53653F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F26F709-37FD-4D6F-8511-7F048B7E543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57961FC-2F14-473F-B5F3-3F03E444FC0C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DCA2CE1-3154-4853-A02F-C009F796378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5E1C991B-67A5-4DD1-A754-688269B16BC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평상에 앉아 수박 나눠 먹던 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925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76074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D562A-CE2D-4D56-87DF-8E31C82E7046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6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7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0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7C5B41-F9DD-4F86-9330-6E66AF7EE024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집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A973C-A639-48EE-AAC5-F3AF19301A1D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A28FC-E23E-449D-80CF-0EAE19C1B45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7EE1B-C0DD-4A85-AE6F-2B4C2E687DA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우리 부부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