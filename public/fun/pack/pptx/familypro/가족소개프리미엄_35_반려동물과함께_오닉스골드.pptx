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0C126FE-E2B4-4060-B2AD-91C31AA67CE7}">
          <p14:sldIdLst>
            <p14:sldId id="256"/>
          </p14:sldIdLst>
        </p14:section>
        <p14:section name="본문" id="{3BC47385-1D64-4D04-9292-086A11AABB4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E48F16E-1B16-43BE-AADB-DE48A61A304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0F7FC0A-1EAF-4142-9BEF-182BEED7A638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21584CC-1BE3-400C-83D9-8A7A729BA42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499692C-DAF9-4F6A-8AFC-31BD968857C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밤 줍는 옆에서 낙엽 물고 온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30109-A77A-4808-A022-BF93E8938BFD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4481474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2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23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8149132" y="1911095"/>
            <a:ext cx="3228746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7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6B299-C6FF-4FE7-A777-01937A1DB2BA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산책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가장 웃었던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6A436-DCC0-4847-BB2D-F0AD26AF63A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2DF4E-CD5D-4F66-8710-D1885D770D5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B2014-C0AB-41DE-B9F7-D6C3F587BBB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반려동물과 함께 가족 소개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