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E93CF2F-2BAF-48FF-BBF2-0DB0E75B0DB5}">
          <p14:sldIdLst>
            <p14:sldId id="256"/>
          </p14:sldIdLst>
        </p14:section>
        <p14:section name="본문" id="{407559FF-1D19-4B3D-B66C-91EE2D60EC42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422F804-633E-4B6F-B428-F448C0E7845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8B5A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27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05E1D0C4-A9A3-43FC-AC5A-36888957220E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8B5AF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27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F1CB70F4-C333-43DA-B3D0-75AC9FD26D6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D2CFD707-0C98-4178-B09C-C9D6BA6D8CA1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ONYX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밤 줍는 옆에서 낙엽 물고 온 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5" name="사진 바탕 3"/>
          <p:cNvSpPr/>
          <p:nvPr/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52F2D-4D29-47BB-87B9-68768D5A8420}" type="slidenum">
              <a:rPr lang="en-US"/>
              <a:t>‹#›</a:t>
            </a:fld>
            <a:endParaRPr lang="en-US"/>
          </a:p>
        </p:txBody>
      </p:sp>
      <p:sp>
        <p:nvSpPr>
          <p:cNvPr id="13" name="보호자 1 카드"/>
          <p:cNvSpPr/>
          <p:nvPr/>
        </p:nvSpPr>
        <p:spPr>
          <a:xfrm>
            <a:off x="731520" y="1828800"/>
            <a:ext cx="3393338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안쪽 선"/>
          <p:cNvSpPr/>
          <p:nvPr/>
        </p:nvSpPr>
        <p:spPr>
          <a:xfrm>
            <a:off x="813816" y="1911095"/>
            <a:ext cx="3228746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보호자 1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7" name="보호자 1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반려동물에게 한마디</a:t>
            </a:r>
          </a:p>
        </p:txBody>
      </p:sp>
      <p:sp>
        <p:nvSpPr>
          <p:cNvPr id="18" name="보호자 2 카드"/>
          <p:cNvSpPr/>
          <p:nvPr/>
        </p:nvSpPr>
        <p:spPr>
          <a:xfrm>
            <a:off x="4399178" y="1828800"/>
            <a:ext cx="3393338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안쪽 선"/>
          <p:cNvSpPr/>
          <p:nvPr/>
        </p:nvSpPr>
        <p:spPr>
          <a:xfrm>
            <a:off x="4481474" y="1911095"/>
            <a:ext cx="3228746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보호자 2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2" name="보호자 2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반려동물에게 한마디</a:t>
            </a:r>
          </a:p>
        </p:txBody>
      </p:sp>
      <p:sp>
        <p:nvSpPr>
          <p:cNvPr id="23" name="우리 반려동물 카드"/>
          <p:cNvSpPr/>
          <p:nvPr/>
        </p:nvSpPr>
        <p:spPr>
          <a:xfrm>
            <a:off x="8066836" y="1828800"/>
            <a:ext cx="3393338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rgbClr val="000000">
                <a:alpha val="2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안쪽 선"/>
          <p:cNvSpPr/>
          <p:nvPr/>
        </p:nvSpPr>
        <p:spPr>
          <a:xfrm>
            <a:off x="8149132" y="1911095"/>
            <a:ext cx="3228746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우리 반려동물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7" name="우리 반려동물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8CAC5-D21F-49DE-974C-D8D3FA61B940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산책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가장 웃었던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3948B-E60A-404E-B62E-3071D22201C3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813816" y="3054096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3816" y="4197096"/>
              <a:ext cx="10564063" cy="8412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972EA-9B01-44C6-A7CB-4C0B073A346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7DAA4-0160-4B20-9B67-72B2D9E799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ONYX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FBF7ED"/>
      </a:dk1>
      <a:lt1>
        <a:srgbClr val="18181B"/>
      </a:lt1>
      <a:dk2>
        <a:srgbClr val="F0E3BD"/>
      </a:dk2>
      <a:lt2>
        <a:srgbClr val="0D0D0F"/>
      </a:lt2>
      <a:accent1>
        <a:srgbClr val="D4AF5A"/>
      </a:accent1>
      <a:accent2>
        <a:srgbClr val="8C8C92"/>
      </a:accent2>
      <a:accent3>
        <a:srgbClr val="080809"/>
      </a:accent3>
      <a:accent4>
        <a:srgbClr val="25252A"/>
      </a:accent4>
      <a:accent5>
        <a:srgbClr val="E0C070"/>
      </a:accent5>
      <a:accent6>
        <a:srgbClr val="66666B"/>
      </a:accent6>
      <a:hlink>
        <a:srgbClr val="F0E3BD"/>
      </a:hlink>
      <a:folHlink>
        <a:srgbClr val="080809"/>
      </a:folHlink>
    </a:clrScheme>
    <a:fontScheme name="반려동물과 함께 가족 소개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