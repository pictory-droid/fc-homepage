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DB4E901C-0DAD-45F0-8A13-F091B6671294}">
          <p14:sldIdLst>
            <p14:sldId id="256"/>
          </p14:sldIdLst>
        </p14:section>
        <p14:section name="본문" id="{61DA1378-8990-4B71-A3C6-58F7BAEC83D2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E33D66E4-D0FE-419C-82BC-52BD762A965A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smConfetti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462985" y="685800"/>
            <a:ext cx="1463040" cy="54864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5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364345" y="1645920"/>
            <a:ext cx="5852013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5364345" y="2029968"/>
            <a:ext cx="5852013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364345" y="3703320"/>
            <a:ext cx="5852013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364345" y="4480559"/>
            <a:ext cx="5852013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709050" y="822959"/>
            <a:ext cx="0" cy="5212081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4" name="장식 원판"/>
          <p:cNvSpPr/>
          <p:nvPr/>
        </p:nvSpPr>
        <p:spPr>
          <a:xfrm>
            <a:off x="3703210" y="2743200"/>
            <a:ext cx="1371600" cy="1371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3876946" y="3099816"/>
            <a:ext cx="1024127" cy="658368"/>
            <a:chOff x="3876946" y="3099816"/>
            <a:chExt cx="1024127" cy="658368"/>
          </a:xfrm>
        </p:grpSpPr>
        <p:sp>
          <p:nvSpPr>
            <p:cNvPr id="6" name="Cloud 5"/>
            <p:cNvSpPr/>
            <p:nvPr/>
          </p:nvSpPr>
          <p:spPr>
            <a:xfrm>
              <a:off x="3876946" y="3099816"/>
              <a:ext cx="1024127" cy="658368"/>
            </a:xfrm>
            <a:prstGeom prst="cloud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smConfetti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048F86B9-02DE-4D5F-A5EA-6AAF01EAA4DD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462985" y="685800"/>
            <a:ext cx="1463040" cy="54864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5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364345" y="1645920"/>
            <a:ext cx="5852013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5364345" y="2029968"/>
            <a:ext cx="5852013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364345" y="3703320"/>
            <a:ext cx="5852013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364345" y="4480559"/>
            <a:ext cx="5852013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709050" y="822959"/>
            <a:ext cx="0" cy="5212081"/>
          </a:xfrm>
          <a:prstGeom prst="line">
            <a:avLst/>
          </a:prstGeom>
          <a:ln w="9525" cap="rnd">
            <a:solidFill>
              <a:schemeClr val="accent4"/>
            </a:solidFill>
          </a:ln>
        </p:spPr>
      </p:cxnSp>
      <p:sp>
        <p:nvSpPr>
          <p:cNvPr id="4" name="장식 원판"/>
          <p:cNvSpPr/>
          <p:nvPr/>
        </p:nvSpPr>
        <p:spPr>
          <a:xfrm>
            <a:off x="3703210" y="2743200"/>
            <a:ext cx="1371600" cy="1371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3876946" y="3099816"/>
            <a:ext cx="1024127" cy="658368"/>
            <a:chOff x="3876946" y="3099816"/>
            <a:chExt cx="1024127" cy="658368"/>
          </a:xfrm>
        </p:grpSpPr>
        <p:sp>
          <p:nvSpPr>
            <p:cNvPr id="6" name="Cloud 5"/>
            <p:cNvSpPr/>
            <p:nvPr/>
          </p:nvSpPr>
          <p:spPr>
            <a:xfrm>
              <a:off x="3876946" y="3099816"/>
              <a:ext cx="1024127" cy="658368"/>
            </a:xfrm>
            <a:prstGeom prst="cloud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smConfetti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4184FFD4-8354-4681-A3A3-969530D7FCE9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smConfetti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1FA6E2F-D987-4D78-A5F3-1E9BE7D827A6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711799" y="5239512"/>
            <a:ext cx="768096" cy="493776"/>
            <a:chOff x="5711799" y="5239512"/>
            <a:chExt cx="768096" cy="493776"/>
          </a:xfrm>
        </p:grpSpPr>
        <p:sp>
          <p:nvSpPr>
            <p:cNvPr id="6" name="Cloud 5"/>
            <p:cNvSpPr/>
            <p:nvPr/>
          </p:nvSpPr>
          <p:spPr>
            <a:xfrm>
              <a:off x="5711799" y="5239512"/>
              <a:ext cx="768096" cy="493776"/>
            </a:xfrm>
            <a:prstGeom prst="cloud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섬마을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섬 가는 배를 기다리던 선착장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아이와 함께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960120" y="2057400"/>
            <a:ext cx="2019223" cy="2019223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960120" y="2057400"/>
            <a:ext cx="2019223" cy="2019223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3710863" y="2057400"/>
            <a:ext cx="2019223" cy="2019223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710863" y="2057400"/>
            <a:ext cx="2019223" cy="2019223"/>
          </a:xfrm>
          <a:prstGeom prst="roundRect">
            <a:avLst>
              <a:gd name="adj" fmla="val 6000"/>
            </a:avLst>
          </a:prstGeom>
        </p:spPr>
      </p:sp>
      <p:sp>
        <p:nvSpPr>
          <p:cNvPr id="22" name="사진 바탕 3"/>
          <p:cNvSpPr/>
          <p:nvPr/>
        </p:nvSpPr>
        <p:spPr>
          <a:xfrm>
            <a:off x="6461607" y="2057400"/>
            <a:ext cx="2019223" cy="2019223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461607" y="2057400"/>
            <a:ext cx="2019223" cy="2019223"/>
          </a:xfrm>
          <a:prstGeom prst="roundRect">
            <a:avLst>
              <a:gd name="adj" fmla="val 6000"/>
            </a:avLst>
          </a:prstGeom>
        </p:spPr>
      </p:sp>
      <p:sp>
        <p:nvSpPr>
          <p:cNvPr id="26" name="사진 바탕 4"/>
          <p:cNvSpPr/>
          <p:nvPr/>
        </p:nvSpPr>
        <p:spPr>
          <a:xfrm>
            <a:off x="9212351" y="2057400"/>
            <a:ext cx="2019223" cy="2019223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9212351" y="2057400"/>
            <a:ext cx="2019223" cy="2019223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3F2CF-1DFB-4FB7-BBD1-F77AA9483A40}" type="slidenum">
              <a:rPr lang="en-US"/>
              <a:t>‹#›</a:t>
            </a:fld>
            <a:endParaRPr lang="en-US"/>
          </a:p>
        </p:txBody>
      </p:sp>
      <p:sp>
        <p:nvSpPr>
          <p:cNvPr id="13" name="아빠 카드"/>
          <p:cNvSpPr/>
          <p:nvPr/>
        </p:nvSpPr>
        <p:spPr>
          <a:xfrm>
            <a:off x="731520" y="1828800"/>
            <a:ext cx="2476423" cy="4122343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아빠 이름"/>
          <p:cNvSpPr txBox="1"/>
          <p:nvPr/>
        </p:nvSpPr>
        <p:spPr>
          <a:xfrm>
            <a:off x="731520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아빠</a:t>
            </a:r>
          </a:p>
        </p:txBody>
      </p:sp>
      <p:sp>
        <p:nvSpPr>
          <p:cNvPr id="16" name="아빠 소개"/>
          <p:cNvSpPr txBox="1"/>
          <p:nvPr/>
        </p:nvSpPr>
        <p:spPr>
          <a:xfrm>
            <a:off x="822960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17" name="엄마 카드"/>
          <p:cNvSpPr/>
          <p:nvPr/>
        </p:nvSpPr>
        <p:spPr>
          <a:xfrm>
            <a:off x="3482263" y="1828800"/>
            <a:ext cx="2476423" cy="4122343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엄마 이름"/>
          <p:cNvSpPr txBox="1"/>
          <p:nvPr/>
        </p:nvSpPr>
        <p:spPr>
          <a:xfrm>
            <a:off x="3482263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엄마</a:t>
            </a:r>
          </a:p>
        </p:txBody>
      </p:sp>
      <p:sp>
        <p:nvSpPr>
          <p:cNvPr id="20" name="엄마 소개"/>
          <p:cNvSpPr txBox="1"/>
          <p:nvPr/>
        </p:nvSpPr>
        <p:spPr>
          <a:xfrm>
            <a:off x="3573703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21" name="첫째 카드"/>
          <p:cNvSpPr/>
          <p:nvPr/>
        </p:nvSpPr>
        <p:spPr>
          <a:xfrm>
            <a:off x="6233007" y="1828800"/>
            <a:ext cx="2476423" cy="4122343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첫째 이름"/>
          <p:cNvSpPr txBox="1"/>
          <p:nvPr/>
        </p:nvSpPr>
        <p:spPr>
          <a:xfrm>
            <a:off x="6233007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첫째</a:t>
            </a:r>
          </a:p>
        </p:txBody>
      </p:sp>
      <p:sp>
        <p:nvSpPr>
          <p:cNvPr id="24" name="첫째 소개"/>
          <p:cNvSpPr txBox="1"/>
          <p:nvPr/>
        </p:nvSpPr>
        <p:spPr>
          <a:xfrm>
            <a:off x="6324447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자라서 되고 싶은 것</a:t>
            </a:r>
          </a:p>
        </p:txBody>
      </p:sp>
      <p:sp>
        <p:nvSpPr>
          <p:cNvPr id="25" name="둘째 카드"/>
          <p:cNvSpPr/>
          <p:nvPr/>
        </p:nvSpPr>
        <p:spPr>
          <a:xfrm>
            <a:off x="8983751" y="1828800"/>
            <a:ext cx="2476423" cy="4122343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둘째 이름"/>
          <p:cNvSpPr txBox="1"/>
          <p:nvPr/>
        </p:nvSpPr>
        <p:spPr>
          <a:xfrm>
            <a:off x="8983751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둘째</a:t>
            </a:r>
          </a:p>
        </p:txBody>
      </p:sp>
      <p:sp>
        <p:nvSpPr>
          <p:cNvPr id="28" name="둘째 소개"/>
          <p:cNvSpPr txBox="1"/>
          <p:nvPr/>
        </p:nvSpPr>
        <p:spPr>
          <a:xfrm>
            <a:off x="9075191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자라서 되고 싶은 것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14BB1-BE50-4219-A563-3FDACE38B033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38100" cap="rnd">
            <a:solidFill>
              <a:schemeClr val="accent4"/>
            </a:solidFill>
            <a:tailEnd type="triangle"/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가족이 된 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시작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처음 만난 날의 이야기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아이가 태어난 날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새 식구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가족 여행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떠난 길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웃었던 순간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8E94A-E69E-45EC-8B6B-D7EE49EFBA49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103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밥은 꼭 함께 먹기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1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1005840" y="3246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잠들기 전에 사랑한다고 말하기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6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1005840" y="4389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주말에는 함께 산책하기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85F1A-1991-49A6-8C43-A68754C8CB4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17205-39CC-42C3-891C-996C6729C32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섬마을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아이와 함께 가족 소개">
  <a:themeElements>
    <a:clrScheme name="아이와 함께 가족 소개">
      <a:dk1>
        <a:srgbClr val="2B2724"/>
      </a:dk1>
      <a:lt1>
        <a:srgbClr val="FFFFFF"/>
      </a:lt1>
      <a:dk2>
        <a:srgbClr val="3A4A64"/>
      </a:dk2>
      <a:lt2>
        <a:srgbClr val="DEEDF9"/>
      </a:lt2>
      <a:accent1>
        <a:srgbClr val="7EB3E2"/>
      </a:accent1>
      <a:accent2>
        <a:srgbClr val="8689CF"/>
      </a:accent2>
      <a:accent3>
        <a:srgbClr val="2C3E4E"/>
      </a:accent3>
      <a:accent4>
        <a:srgbClr val="C5E0F7"/>
      </a:accent4>
      <a:accent5>
        <a:srgbClr val="C2A3E0"/>
      </a:accent5>
      <a:accent6>
        <a:srgbClr val="BCE6D5"/>
      </a:accent6>
      <a:hlink>
        <a:srgbClr val="3A4A64"/>
      </a:hlink>
      <a:folHlink>
        <a:srgbClr val="2C3E4E"/>
      </a:folHlink>
    </a:clrScheme>
    <a:fontScheme name="아이와 함께 가족 소개">
      <a:majorFont>
        <a:latin typeface="Georg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>아이와 함께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