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83D075C-DA1A-4E84-A802-F3F7799CC40B}">
          <p14:sldIdLst>
            <p14:sldId id="256"/>
          </p14:sldIdLst>
        </p14:section>
        <p14:section name="본문" id="{05FFF2AD-BFFC-4EA0-8636-C62EE621266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5A1F787-DE8F-4250-B004-F956F4C86C9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Round Diagonal Corner Rectangle 8"/>
            <p:cNvSpPr/>
            <p:nvPr/>
          </p:nvSpPr>
          <p:spPr>
            <a:xfrm>
              <a:off x="5844387" y="205739"/>
              <a:ext cx="502920" cy="5029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D27BC14-E4DB-42C5-8D8C-5C84F7333109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958687" y="1344168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Round Diagonal Corner Rectangle 8"/>
            <p:cNvSpPr/>
            <p:nvPr/>
          </p:nvSpPr>
          <p:spPr>
            <a:xfrm>
              <a:off x="5844387" y="205739"/>
              <a:ext cx="502920" cy="5029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CF326BE-17B4-4641-A0DA-16DEEA5BFB4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958687" y="1344168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FCE99C2-2CE6-4164-919D-D1D873218C1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바닷가 등대까지 걸어간 여름휴가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5" name="사진 바탕 5"/>
          <p:cNvSpPr/>
          <p:nvPr/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40" name="사진 바탕 6"/>
          <p:cNvSpPr/>
          <p:nvPr/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8DE9-91F9-4CA8-9FA0-7C5A494FEC18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7C80B-807E-43FB-9A8C-6C87884A1CFC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36E-1478-4C5E-B9BF-D9A2C776C08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3A4A-B94E-4ECC-88D3-87C5FF20DD2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1EB7-C262-4A88-9A1E-9FBB24046B9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3A5E64"/>
      </a:dk2>
      <a:lt2>
        <a:srgbClr val="DEF1F9"/>
      </a:lt2>
      <a:accent1>
        <a:srgbClr val="7EC4E2"/>
      </a:accent1>
      <a:accent2>
        <a:srgbClr val="86CFC1"/>
      </a:accent2>
      <a:accent3>
        <a:srgbClr val="2C444E"/>
      </a:accent3>
      <a:accent4>
        <a:srgbClr val="C5E8F7"/>
      </a:accent4>
      <a:accent5>
        <a:srgbClr val="B8A3E0"/>
      </a:accent5>
      <a:accent6>
        <a:srgbClr val="BCE6CE"/>
      </a:accent6>
      <a:hlink>
        <a:srgbClr val="3A5E64"/>
      </a:hlink>
      <a:folHlink>
        <a:srgbClr val="2C444E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