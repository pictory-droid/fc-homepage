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A5C0A24-D878-40AD-B601-959AEFA04FB3}">
          <p14:sldIdLst>
            <p14:sldId id="256"/>
          </p14:sldIdLst>
        </p14:section>
        <p14:section name="본문" id="{3769DF41-0AEE-4AA0-88FF-39EF48FDB96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07F36C2-E8DB-42F6-95EB-FB147B534FF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4DA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DB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7939835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104427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313B9A15-5385-46D5-82C3-195021D75235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7939835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104427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97E05FDF-9AF3-49F1-A925-AE54133D1B9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A4C4855A-3184-45DB-912C-5162692CA77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LILAC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LILAC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청보리밭 사이를 뛰어다니던 모습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70677-15BF-4E29-B10D-3C2E607E7AF1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6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7" name="보호자 2 카드"/>
          <p:cNvSpPr/>
          <p:nvPr/>
        </p:nvSpPr>
        <p:spPr>
          <a:xfrm>
            <a:off x="4399178" y="1828800"/>
            <a:ext cx="339333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0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1" name="우리 반려동물 카드"/>
          <p:cNvSpPr/>
          <p:nvPr/>
        </p:nvSpPr>
        <p:spPr>
          <a:xfrm>
            <a:off x="8066836" y="1828800"/>
            <a:ext cx="3393338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4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2197-34D0-4E53-A88B-7167537A901A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산책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가장 웃었던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2C25B-724D-43DB-8A99-3932D817DA15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057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960120" y="3200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960120" y="4343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A25CE-DC29-4DA6-B7DA-A536FC2CDDB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74D22-C024-4930-AF97-58465E64FF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LILAC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LILAC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3A3748"/>
      </a:dk1>
      <a:lt1>
        <a:srgbClr val="FCFCFD"/>
      </a:lt1>
      <a:dk2>
        <a:srgbClr val="38325A"/>
      </a:dk2>
      <a:lt2>
        <a:srgbClr val="F5F3F9"/>
      </a:lt2>
      <a:accent1>
        <a:srgbClr val="8C82B0"/>
      </a:accent1>
      <a:accent2>
        <a:srgbClr val="A7AEBB"/>
      </a:accent2>
      <a:accent3>
        <a:srgbClr val="403C55"/>
      </a:accent3>
      <a:accent4>
        <a:srgbClr val="E0DCEA"/>
      </a:accent4>
      <a:accent5>
        <a:srgbClr val="B9B3CB"/>
      </a:accent5>
      <a:accent6>
        <a:srgbClr val="CACDD7"/>
      </a:accent6>
      <a:hlink>
        <a:srgbClr val="38325A"/>
      </a:hlink>
      <a:folHlink>
        <a:srgbClr val="403C55"/>
      </a:folHlink>
    </a:clrScheme>
    <a:fontScheme name="반려동물과 함께 가족 소개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