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A4DD395-6E68-467C-8B3A-62566237000D}">
          <p14:sldIdLst>
            <p14:sldId id="256"/>
          </p14:sldIdLst>
        </p14:section>
        <p14:section name="본문" id="{ABFB6C4C-E051-4CCA-ADE8-1784D652F712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2733DC6-1E10-43AD-8A99-C69C1F9A6515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4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D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7939835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8104427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1B036597-457E-4FB9-BBBC-B39A861D7A8E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7939835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8104427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5F2DA4B6-A2C9-4E38-912A-91782C647F9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2B07FC1-E0A4-4E42-AD8A-126EF5E3F1F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LILAC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청보리밭 사이를 뛰어다니던 모습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반려동물과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342339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5009997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ellipse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8677656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263716-5FEB-4D78-ADFC-E178CE3B4951}" type="slidenum">
              <a:rPr lang="en-US"/>
              <a:t>‹#›</a:t>
            </a:fld>
            <a:endParaRPr lang="en-US"/>
          </a:p>
        </p:txBody>
      </p:sp>
      <p:sp>
        <p:nvSpPr>
          <p:cNvPr id="13" name="보호자 1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보호자 1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1</a:t>
            </a:r>
          </a:p>
        </p:txBody>
      </p:sp>
      <p:sp>
        <p:nvSpPr>
          <p:cNvPr id="16" name="보호자 1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17" name="보호자 2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보호자 2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2</a:t>
            </a:r>
          </a:p>
        </p:txBody>
      </p:sp>
      <p:sp>
        <p:nvSpPr>
          <p:cNvPr id="20" name="보호자 2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21" name="우리 반려동물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우리 반려동물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우리 반려동물</a:t>
            </a:r>
          </a:p>
        </p:txBody>
      </p:sp>
      <p:sp>
        <p:nvSpPr>
          <p:cNvPr id="24" name="우리 반려동물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특징 · 성격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691FD-62A4-4C22-9D35-B696544D82C5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인연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입양하던 날의 이야기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산책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함께한 첫 걸음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가장 웃었던 날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잊지 못할 순간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사진으로 남겨 두세요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427F1-BF37-4204-B155-35902D146860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산책은 하루도 거르지 않기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건강 검진 날짜 챙기기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많이 안아 주고 많이 칭찬하기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1EEB87-925A-4E1C-9AF6-EB65908FD0C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D8D8-51CA-49B0-AA51-961505A0A5E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LILAC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반려동물과 함께 가족 소개">
  <a:themeElements>
    <a:clrScheme name="반려동물과 함께 가족 소개">
      <a:dk1>
        <a:srgbClr val="3A3748"/>
      </a:dk1>
      <a:lt1>
        <a:srgbClr val="FCFCFD"/>
      </a:lt1>
      <a:dk2>
        <a:srgbClr val="38325A"/>
      </a:dk2>
      <a:lt2>
        <a:srgbClr val="F5F3F9"/>
      </a:lt2>
      <a:accent1>
        <a:srgbClr val="8C82B0"/>
      </a:accent1>
      <a:accent2>
        <a:srgbClr val="A7AEBB"/>
      </a:accent2>
      <a:accent3>
        <a:srgbClr val="403C55"/>
      </a:accent3>
      <a:accent4>
        <a:srgbClr val="E0DCEA"/>
      </a:accent4>
      <a:accent5>
        <a:srgbClr val="B9B3CB"/>
      </a:accent5>
      <a:accent6>
        <a:srgbClr val="CACDD7"/>
      </a:accent6>
      <a:hlink>
        <a:srgbClr val="38325A"/>
      </a:hlink>
      <a:folHlink>
        <a:srgbClr val="403C55"/>
      </a:folHlink>
    </a:clrScheme>
    <a:fontScheme name="반려동물과 함께 가족 소개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>반려동물과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