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C27BE0D-A72B-4845-8DA0-9A825C989A45}">
          <p14:sldIdLst>
            <p14:sldId id="256"/>
          </p14:sldIdLst>
        </p14:section>
        <p14:section name="본문" id="{66FA07E3-55D0-4061-A7E2-80A8AD22FCD2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4F922639-B6FD-4EB7-83D8-B1BAD7281A07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7607625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223577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771357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15DB4589-A954-478E-A730-9253E4172D97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C9C9C9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97979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7607625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223577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771357" y="5330952"/>
            <a:ext cx="585216" cy="58521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CD6FF0E2-2E13-4632-9496-408AFF261D12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5C0D1A27-0C87-4760-BC81-71BA44435DAE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MONO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붕어빵 냄새에 멈춰 선 산책길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반려동물과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1342339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342339" y="2057400"/>
            <a:ext cx="2171700" cy="2171700"/>
          </a:xfrm>
          <a:prstGeom prst="ellipse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5009997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009997" y="2057400"/>
            <a:ext cx="2171700" cy="2171700"/>
          </a:xfrm>
          <a:prstGeom prst="ellipse">
            <a:avLst/>
          </a:prstGeom>
        </p:spPr>
      </p:sp>
      <p:sp>
        <p:nvSpPr>
          <p:cNvPr id="25" name="사진 바탕 3"/>
          <p:cNvSpPr/>
          <p:nvPr/>
        </p:nvSpPr>
        <p:spPr>
          <a:xfrm>
            <a:off x="8677656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677656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603AA-B4DE-4FFC-BD2E-21933C62B164}" type="slidenum">
              <a:rPr lang="en-US"/>
              <a:t>‹#›</a:t>
            </a:fld>
            <a:endParaRPr lang="en-US"/>
          </a:p>
        </p:txBody>
      </p:sp>
      <p:sp>
        <p:nvSpPr>
          <p:cNvPr id="13" name="보호자 1 카드"/>
          <p:cNvSpPr/>
          <p:nvPr/>
        </p:nvSpPr>
        <p:spPr>
          <a:xfrm>
            <a:off x="731520" y="1828800"/>
            <a:ext cx="3393338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윗선"/>
          <p:cNvSpPr/>
          <p:nvPr/>
        </p:nvSpPr>
        <p:spPr>
          <a:xfrm>
            <a:off x="731520" y="1828800"/>
            <a:ext cx="3393338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보호자 1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1</a:t>
            </a:r>
          </a:p>
        </p:txBody>
      </p:sp>
      <p:sp>
        <p:nvSpPr>
          <p:cNvPr id="17" name="보호자 1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18" name="보호자 2 카드"/>
          <p:cNvSpPr/>
          <p:nvPr/>
        </p:nvSpPr>
        <p:spPr>
          <a:xfrm>
            <a:off x="4399178" y="1828800"/>
            <a:ext cx="3393338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윗선"/>
          <p:cNvSpPr/>
          <p:nvPr/>
        </p:nvSpPr>
        <p:spPr>
          <a:xfrm>
            <a:off x="4399178" y="1828800"/>
            <a:ext cx="3393338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보호자 2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2</a:t>
            </a:r>
          </a:p>
        </p:txBody>
      </p:sp>
      <p:sp>
        <p:nvSpPr>
          <p:cNvPr id="22" name="보호자 2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23" name="우리 반려동물 카드"/>
          <p:cNvSpPr/>
          <p:nvPr/>
        </p:nvSpPr>
        <p:spPr>
          <a:xfrm>
            <a:off x="8066836" y="1828800"/>
            <a:ext cx="3393338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윗선"/>
          <p:cNvSpPr/>
          <p:nvPr/>
        </p:nvSpPr>
        <p:spPr>
          <a:xfrm>
            <a:off x="8066836" y="1828800"/>
            <a:ext cx="3393338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우리 반려동물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우리 반려동물</a:t>
            </a:r>
          </a:p>
        </p:txBody>
      </p:sp>
      <p:sp>
        <p:nvSpPr>
          <p:cNvPr id="27" name="우리 반려동물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특징 · 성격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EE0EE-1A11-4ADA-A418-A9FB7C1B4FEF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인연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입양하던 날의 이야기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산책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함께한 첫 걸음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가장 웃었던 날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잊지 못할 순간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사진으로 남겨 두세요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F5447-148F-4320-80C2-AD9E5EDAD00E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산책은 하루도 거르지 않기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3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731520" y="2971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건강 검진 날짜 챙기기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20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731520" y="4114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많이 안아 주고 많이 칭찬하기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56905-25E6-49F6-AD8C-FC1FA163026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00BB8-292A-4547-89A6-6544D6C8D1F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MONO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반려동물과 함께 가족 소개">
  <a:themeElements>
    <a:clrScheme name="반려동물과 함께 가족 소개">
      <a:dk1>
        <a:srgbClr val="08080A"/>
      </a:dk1>
      <a:lt1>
        <a:srgbClr val="FDFDFC"/>
      </a:lt1>
      <a:dk2>
        <a:srgbClr val="1C1C1E"/>
      </a:dk2>
      <a:lt2>
        <a:srgbClr val="F7F7F5"/>
      </a:lt2>
      <a:accent1>
        <a:srgbClr val="1C1C1E"/>
      </a:accent1>
      <a:accent2>
        <a:srgbClr val="8E8E93"/>
      </a:accent2>
      <a:accent3>
        <a:srgbClr val="080809"/>
      </a:accent3>
      <a:accent4>
        <a:srgbClr val="CBCBCA"/>
      </a:accent4>
      <a:accent5>
        <a:srgbClr val="B5B5B5"/>
      </a:accent5>
      <a:accent6>
        <a:srgbClr val="BDBDBF"/>
      </a:accent6>
      <a:hlink>
        <a:srgbClr val="1C1C1E"/>
      </a:hlink>
      <a:folHlink>
        <a:srgbClr val="080809"/>
      </a:folHlink>
    </a:clrScheme>
    <a:fontScheme name="반려동물과 함께 가족 소개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>반려동물과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