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9963813-D96B-47C4-98FB-54F9930F3DA6}">
          <p14:sldIdLst>
            <p14:sldId id="256"/>
          </p14:sldIdLst>
        </p14:section>
        <p14:section name="본문" id="{D9F96952-0CFF-40A1-8624-F8B1D3B3300C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266EFED-8D13-4EBF-B68E-F2F38C0E6AF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CB5EF0D-0941-44F1-B575-E421BA28E6F3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9C9C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97979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D961732-D3A7-446D-B2FD-444D61A882B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849C004-B13E-4C49-BC25-8392002B1BE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붕어빵 냄새에 멈춰 선 산책길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342339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5009997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ellipse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8677656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E2B0A-2A65-46F6-8EA8-0BB9DA2CE702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3393338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7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18" name="보호자 2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4399178" y="1828800"/>
            <a:ext cx="3393338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2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23" name="우리 반려동물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윗선"/>
          <p:cNvSpPr/>
          <p:nvPr/>
        </p:nvSpPr>
        <p:spPr>
          <a:xfrm>
            <a:off x="8066836" y="1828800"/>
            <a:ext cx="3393338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7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D76E7-72FC-4C16-B579-E1DCAB073C4B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산책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가장 웃었던 날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06A18-3121-44C4-BDA6-7523DFBC163B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2D3F5-5098-4F56-BD74-2A29CFC986E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D1772-EE80-4B0C-9FD3-4176ABDC92C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08080A"/>
      </a:dk1>
      <a:lt1>
        <a:srgbClr val="FDFDFC"/>
      </a:lt1>
      <a:dk2>
        <a:srgbClr val="1C1C1E"/>
      </a:dk2>
      <a:lt2>
        <a:srgbClr val="F7F7F5"/>
      </a:lt2>
      <a:accent1>
        <a:srgbClr val="1C1C1E"/>
      </a:accent1>
      <a:accent2>
        <a:srgbClr val="8E8E93"/>
      </a:accent2>
      <a:accent3>
        <a:srgbClr val="080809"/>
      </a:accent3>
      <a:accent4>
        <a:srgbClr val="CBCBCA"/>
      </a:accent4>
      <a:accent5>
        <a:srgbClr val="B5B5B5"/>
      </a:accent5>
      <a:accent6>
        <a:srgbClr val="BDBDBF"/>
      </a:accent6>
      <a:hlink>
        <a:srgbClr val="1C1C1E"/>
      </a:hlink>
      <a:folHlink>
        <a:srgbClr val="080809"/>
      </a:folHlink>
    </a:clrScheme>
    <a:fontScheme name="반려동물과 함께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