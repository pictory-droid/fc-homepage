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F7DB7DE-2A8B-4A7E-AA32-D5009F66FA20}">
          <p14:sldIdLst>
            <p14:sldId id="256"/>
          </p14:sldIdLst>
        </p14:section>
        <p14:section name="본문" id="{228CFDF2-EE03-4333-91F0-8934872B27D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006C7D8-70CA-428E-9855-FFE7032BC81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BDFF176-6F8F-4FE5-B841-0BF77EAAB1DD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5514" y="847191"/>
            <a:ext cx="300197" cy="134416"/>
            <a:chOff x="11205514" y="847191"/>
            <a:chExt cx="300197" cy="134416"/>
          </a:xfrm>
        </p:grpSpPr>
        <p:sp>
          <p:nvSpPr>
            <p:cNvPr id="5" name="Oval 4"/>
            <p:cNvSpPr/>
            <p:nvPr/>
          </p:nvSpPr>
          <p:spPr>
            <a:xfrm>
              <a:off x="11205514" y="847191"/>
              <a:ext cx="134416" cy="1344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1335451" y="865113"/>
              <a:ext cx="98572" cy="985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442984" y="883036"/>
              <a:ext cx="62727" cy="62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80377C8-48D6-4F22-A531-AA4B75977DB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5514" y="847191"/>
            <a:ext cx="300197" cy="134416"/>
            <a:chOff x="11205514" y="847191"/>
            <a:chExt cx="300197" cy="134416"/>
          </a:xfrm>
        </p:grpSpPr>
        <p:sp>
          <p:nvSpPr>
            <p:cNvPr id="5" name="Oval 4"/>
            <p:cNvSpPr/>
            <p:nvPr/>
          </p:nvSpPr>
          <p:spPr>
            <a:xfrm>
              <a:off x="11205514" y="847191"/>
              <a:ext cx="134416" cy="1344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1335451" y="865113"/>
              <a:ext cx="98572" cy="9857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442984" y="883036"/>
              <a:ext cx="62727" cy="627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8B35DBA-BC2F-4745-B54A-2D11A34A59D3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16041" y="5371185"/>
            <a:ext cx="514624" cy="230428"/>
            <a:chOff x="5816041" y="5371185"/>
            <a:chExt cx="514624" cy="230428"/>
          </a:xfrm>
        </p:grpSpPr>
        <p:sp>
          <p:nvSpPr>
            <p:cNvPr id="7" name="Oval 6"/>
            <p:cNvSpPr/>
            <p:nvPr/>
          </p:nvSpPr>
          <p:spPr>
            <a:xfrm>
              <a:off x="5816041" y="5371185"/>
              <a:ext cx="230428" cy="2304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38789" y="5401909"/>
              <a:ext cx="168981" cy="168981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6223132" y="5432633"/>
              <a:ext cx="107533" cy="10753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 손 잡고 간 도서관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3710863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6461607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ellipse">
            <a:avLst/>
          </a:prstGeom>
        </p:spPr>
      </p:sp>
      <p:sp>
        <p:nvSpPr>
          <p:cNvPr id="26" name="사진 바탕 4"/>
          <p:cNvSpPr/>
          <p:nvPr/>
        </p:nvSpPr>
        <p:spPr>
          <a:xfrm>
            <a:off x="9212351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B56D8-46AC-4B23-97F0-4EF776A12018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7465A-779E-4401-8674-B31A404071D4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가족이 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아이가 태어난 날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가족 여행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E3E2C-D2AF-4B95-B9B7-F52808992399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57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200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343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E9F39-5931-4FFC-89DA-AB4592869C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495B9-4602-48BC-A01F-D9B6FA8EEEB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B2724"/>
      </a:dk1>
      <a:lt1>
        <a:srgbClr val="FFFFFF"/>
      </a:lt1>
      <a:dk2>
        <a:srgbClr val="4F643A"/>
      </a:dk2>
      <a:lt2>
        <a:srgbClr val="F5EAE2"/>
      </a:lt2>
      <a:accent1>
        <a:srgbClr val="CF9D7C"/>
      </a:accent1>
      <a:accent2>
        <a:srgbClr val="8393BE"/>
      </a:accent2>
      <a:accent3>
        <a:srgbClr val="4E3A2C"/>
      </a:accent3>
      <a:accent4>
        <a:srgbClr val="F0DACB"/>
      </a:accent4>
      <a:accent5>
        <a:srgbClr val="C6E0A3"/>
      </a:accent5>
      <a:accent6>
        <a:srgbClr val="E6BCD0"/>
      </a:accent6>
      <a:hlink>
        <a:srgbClr val="4F643A"/>
      </a:hlink>
      <a:folHlink>
        <a:srgbClr val="4E3A2C"/>
      </a:folHlink>
    </a:clrScheme>
    <a:fontScheme name="아이와 함께 가족 소개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