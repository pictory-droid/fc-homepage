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64B238-991D-41CA-A2F6-DE07099AA7EB}">
          <p14:sldIdLst>
            <p14:sldId id="256"/>
          </p14:sldIdLst>
        </p14:section>
        <p14:section name="본문" id="{FA287478-097B-4CA3-A66B-6B6B13355C9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A6F221D-97B8-4E37-80DE-19567EA40F5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43803" y="230885"/>
            <a:ext cx="704088" cy="452628"/>
            <a:chOff x="5743803" y="230885"/>
            <a:chExt cx="704088" cy="452628"/>
          </a:xfrm>
        </p:grpSpPr>
        <p:sp>
          <p:nvSpPr>
            <p:cNvPr id="9" name="Cloud 8"/>
            <p:cNvSpPr/>
            <p:nvPr/>
          </p:nvSpPr>
          <p:spPr>
            <a:xfrm>
              <a:off x="5743803" y="230885"/>
              <a:ext cx="704088" cy="45262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6171372-DDD8-40D9-A9E8-2521589062C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04143" y="6190488"/>
            <a:ext cx="512063" cy="329184"/>
            <a:chOff x="11204143" y="6190488"/>
            <a:chExt cx="512063" cy="329184"/>
          </a:xfrm>
        </p:grpSpPr>
        <p:sp>
          <p:nvSpPr>
            <p:cNvPr id="5" name="Cloud 4"/>
            <p:cNvSpPr/>
            <p:nvPr/>
          </p:nvSpPr>
          <p:spPr>
            <a:xfrm>
              <a:off x="11204143" y="6190488"/>
              <a:ext cx="512063" cy="32918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43803" y="230885"/>
            <a:ext cx="704088" cy="452628"/>
            <a:chOff x="5743803" y="230885"/>
            <a:chExt cx="704088" cy="452628"/>
          </a:xfrm>
        </p:grpSpPr>
        <p:sp>
          <p:nvSpPr>
            <p:cNvPr id="9" name="Cloud 8"/>
            <p:cNvSpPr/>
            <p:nvPr/>
          </p:nvSpPr>
          <p:spPr>
            <a:xfrm>
              <a:off x="5743803" y="230885"/>
              <a:ext cx="704088" cy="452628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2910CFB-EFC3-40AA-BE3F-328D06B5E7D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04143" y="6190488"/>
            <a:ext cx="512063" cy="329184"/>
            <a:chOff x="11204143" y="6190488"/>
            <a:chExt cx="512063" cy="329184"/>
          </a:xfrm>
        </p:grpSpPr>
        <p:sp>
          <p:nvSpPr>
            <p:cNvPr id="5" name="Cloud 4"/>
            <p:cNvSpPr/>
            <p:nvPr/>
          </p:nvSpPr>
          <p:spPr>
            <a:xfrm>
              <a:off x="11204143" y="6190488"/>
              <a:ext cx="512063" cy="329184"/>
            </a:xfrm>
            <a:prstGeom prst="clou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7BA6192-9E9D-4F30-A348-8277C649DF0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빨간 우체통 앞에서 기다리던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8D58F-F350-4EC1-9D66-0058FB456FD5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862-F347-43FD-80D5-DDB0EC57D09D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A94A-8D64-41C7-B396-DA82D3745A3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4C7D8-F66C-4D41-9F0E-19AC89CC2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372B0-C145-43A5-B355-299FE0E7CE8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