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B8D5F54-4F1D-4B68-8091-05A2AD21C7E0}">
          <p14:sldIdLst>
            <p14:sldId id="256"/>
          </p14:sldIdLst>
        </p14:section>
        <p14:section name="본문" id="{55F4028C-AF1F-4DC2-9935-AE9D0F6EC20F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05AB8C7-FCE1-4B5D-A8AD-6EADD05C1B4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45E11FDA-B04B-4CBC-BC24-52653AA7B7FB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320040" y="457200"/>
            <a:ext cx="3794760" cy="3291840"/>
            <a:chOff x="320040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365760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1188720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320040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3108960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3177539" y="937259"/>
              <a:ext cx="411480" cy="411480"/>
              <a:chOff x="3177539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3177539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7985455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919F6621-6E6C-4429-80EC-9835DCB1CF9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C749B44-95DF-4E94-A9E6-02F40F2D21B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은행잎 밟으며 걷던 아침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925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76074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CE4AB0-88E9-4474-B2D8-9F28FC406297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233007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2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44CA82-CED6-4A07-AC43-D4322C5ADF16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결혼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집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C7974-DBA6-4811-891E-B81B7C6FA4AA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4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2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130EA-BB18-4AA7-BCC2-38E5E06EF89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CF6829-4252-4A6C-9230-0C5A6A853BF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우리 부부 가족 소개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