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13C75D17-24BC-47C2-8C87-F555A83CCE08}">
          <p14:sldIdLst>
            <p14:sldId id="256"/>
          </p14:sldIdLst>
        </p14:section>
        <p14:section name="본문" id="{1821DDA5-242A-4F34-8797-2CE9CE3963CD}">
          <p14:sldIdLst>
            <p14:sldId id="257"/>
            <p14:sldId id="258"/>
            <p14:sldId id="259"/>
            <p14:sldId id="260"/>
            <p14:sldId id="261"/>
          </p14:sldIdLst>
        </p14:section>
        <p14:section name="마무리" id="{F8F39942-A3E1-482D-8E96-8ABB81C7ED29}">
          <p14:sldIdLst>
            <p14:sldId id="262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자리의 아이콘을 눌러 가족 사진을 넣으세요. 이름·소개 글은 눌러서 고칩니다.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때·제목·내용을 고치세요. 단계는 복사해서 늘릴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가족끼리 정한 약속을 적어 보세요.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자리를 눌러 사진을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가족에게 전하고 싶은 한마디를 적어 보세요.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글은 눌러서 바로 고치세요. 사진 자리는 가운데 아이콘을 누르면 사진을 넣을 수 있어요.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6095847" y="2194560"/>
            <a:ext cx="5120511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ctrTitle"/>
          </p:nvPr>
        </p:nvSpPr>
        <p:spPr>
          <a:xfrm>
            <a:off x="6095847" y="2578608"/>
            <a:ext cx="5120511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2000"/>
              </a:lnSpc>
              <a:spcBef>
                <a:spcPts val="0"/>
              </a:spcBef>
              <a:buNone/>
              <a:defRPr sz="4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6095847" y="4251960"/>
            <a:ext cx="5120511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6095847" y="5029200"/>
            <a:ext cx="5120511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grpSp>
        <p:nvGrpSpPr>
          <p:cNvPr id="2" name="색 덩어리"/>
          <p:cNvGrpSpPr/>
          <p:nvPr/>
        </p:nvGrpSpPr>
        <p:grpSpPr>
          <a:xfrm>
            <a:off x="320040" y="457200"/>
            <a:ext cx="3794760" cy="3291840"/>
            <a:chOff x="320040" y="457200"/>
            <a:chExt cx="3794760" cy="3291840"/>
          </a:xfrm>
        </p:grpSpPr>
        <p:sp>
          <p:nvSpPr>
            <p:cNvPr id="3" name="알약 1"/>
            <p:cNvSpPr/>
            <p:nvPr/>
          </p:nvSpPr>
          <p:spPr>
            <a:xfrm>
              <a:off x="365760" y="457200"/>
              <a:ext cx="3657600" cy="13716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" name="알약 2"/>
            <p:cNvSpPr/>
            <p:nvPr/>
          </p:nvSpPr>
          <p:spPr>
            <a:xfrm>
              <a:off x="1188720" y="1645920"/>
              <a:ext cx="2926080" cy="118872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" name="원 1"/>
            <p:cNvSpPr/>
            <p:nvPr/>
          </p:nvSpPr>
          <p:spPr>
            <a:xfrm>
              <a:off x="320040" y="1965960"/>
              <a:ext cx="1005840" cy="100584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" name="고리"/>
            <p:cNvSpPr/>
            <p:nvPr/>
          </p:nvSpPr>
          <p:spPr>
            <a:xfrm>
              <a:off x="3108960" y="2834640"/>
              <a:ext cx="914400" cy="914400"/>
            </a:xfrm>
            <a:prstGeom prst="ellipse">
              <a:avLst/>
            </a:prstGeom>
            <a:noFill/>
            <a:ln w="2540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grpSp>
          <p:nvGrpSpPr>
            <p:cNvPr id="7" name="장식"/>
            <p:cNvGrpSpPr/>
            <p:nvPr/>
          </p:nvGrpSpPr>
          <p:grpSpPr>
            <a:xfrm>
              <a:off x="3177539" y="937259"/>
              <a:ext cx="411480" cy="411480"/>
              <a:chOff x="3177539" y="937259"/>
              <a:chExt cx="411480" cy="411480"/>
            </a:xfrm>
          </p:grpSpPr>
          <p:sp>
            <p:nvSpPr>
              <p:cNvPr id="8" name="4-Point Star 7"/>
              <p:cNvSpPr/>
              <p:nvPr/>
            </p:nvSpPr>
            <p:spPr>
              <a:xfrm>
                <a:off x="3177539" y="937259"/>
                <a:ext cx="411480" cy="411480"/>
              </a:xfrm>
              <a:prstGeom prst="star4">
                <a:avLst>
                  <a:gd name="adj" fmla="val 14000"/>
                </a:avLst>
              </a:prstGeom>
              <a:solidFill>
                <a:srgbClr val="1A1613"/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</a:p>
            </p:txBody>
          </p:sp>
        </p:grpSp>
      </p:grpSp>
      <p:sp>
        <p:nvSpPr>
          <p:cNvPr id="9" name="작은 알약"/>
          <p:cNvSpPr/>
          <p:nvPr/>
        </p:nvSpPr>
        <p:spPr>
          <a:xfrm>
            <a:off x="7985455" y="6035040"/>
            <a:ext cx="2011680" cy="237744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274320"/>
            <a:ext cx="11277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3444087" y="594360"/>
            <a:ext cx="5303520" cy="86868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6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5821527" y="6172200"/>
            <a:ext cx="548640" cy="5486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1" spc="0">
                <a:solidFill>
                  <a:srgbClr val="1A1613"/>
                </a:solidFill>
              </a:defRPr>
            </a:lvl1pPr>
          </a:lstStyle>
          <a:p>
            <a:fld id="{F87581CD-86C7-4C84-8503-571B7FEE506A}" type="slidenum">
              <a:rPr lang="en-US"/>
              <a:t>‹#›</a:t>
            </a:fld>
          </a:p>
        </p:txBody>
      </p:sp>
      <p:sp>
        <p:nvSpPr>
          <p:cNvPr id="2" name="제목 알약"/>
          <p:cNvSpPr/>
          <p:nvPr/>
        </p:nvSpPr>
        <p:spPr>
          <a:xfrm>
            <a:off x="3169767" y="594360"/>
            <a:ext cx="5852160" cy="86868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5875">
            <a:solidFill>
              <a:schemeClr val="accent5"/>
            </a:solidFill>
          </a:ln>
          <a:effectLst>
            <a:outerShdw blurRad="177800" dist="38100" dir="5400000" algn="t" rotWithShape="0">
              <a:schemeClr val="tx2">
                <a:alpha val="9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3" name="점"/>
          <p:cNvSpPr/>
          <p:nvPr/>
        </p:nvSpPr>
        <p:spPr>
          <a:xfrm>
            <a:off x="649224" y="941832"/>
            <a:ext cx="164592" cy="164592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점"/>
          <p:cNvSpPr/>
          <p:nvPr/>
        </p:nvSpPr>
        <p:spPr>
          <a:xfrm>
            <a:off x="1014983" y="941832"/>
            <a:ext cx="164592" cy="164592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점"/>
          <p:cNvSpPr/>
          <p:nvPr/>
        </p:nvSpPr>
        <p:spPr>
          <a:xfrm>
            <a:off x="11012119" y="941832"/>
            <a:ext cx="164592" cy="164592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점"/>
          <p:cNvSpPr/>
          <p:nvPr/>
        </p:nvSpPr>
        <p:spPr>
          <a:xfrm>
            <a:off x="11377879" y="941832"/>
            <a:ext cx="164592" cy="164592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쪽 번호 원"/>
          <p:cNvSpPr/>
          <p:nvPr/>
        </p:nvSpPr>
        <p:spPr>
          <a:xfrm>
            <a:off x="5821527" y="6172200"/>
            <a:ext cx="548640" cy="54864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gradFill rotWithShape="1">
          <a:gsLst>
            <a:gs pos="0">
              <a:schemeClr val="accent3"/>
            </a:gs>
            <a:gs pos="100000">
              <a:schemeClr val="tx2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6095847" y="2194560"/>
            <a:ext cx="5120511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6095847" y="2578608"/>
            <a:ext cx="5120511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2000"/>
              </a:lnSpc>
              <a:spcBef>
                <a:spcPts val="0"/>
              </a:spcBef>
              <a:buNone/>
              <a:defRPr sz="4400" b="1" spc="0">
                <a:solidFill>
                  <a:srgbClr val="FFFFFF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6095847" y="4251960"/>
            <a:ext cx="5120511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rgbClr val="D7D8DD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6095847" y="5029200"/>
            <a:ext cx="5120511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rgbClr val="B3B6BD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grpSp>
        <p:nvGrpSpPr>
          <p:cNvPr id="2" name="색 덩어리"/>
          <p:cNvGrpSpPr/>
          <p:nvPr/>
        </p:nvGrpSpPr>
        <p:grpSpPr>
          <a:xfrm>
            <a:off x="320040" y="457200"/>
            <a:ext cx="3794760" cy="3291840"/>
            <a:chOff x="320040" y="457200"/>
            <a:chExt cx="3794760" cy="3291840"/>
          </a:xfrm>
        </p:grpSpPr>
        <p:sp>
          <p:nvSpPr>
            <p:cNvPr id="3" name="알약 1"/>
            <p:cNvSpPr/>
            <p:nvPr/>
          </p:nvSpPr>
          <p:spPr>
            <a:xfrm>
              <a:off x="365760" y="457200"/>
              <a:ext cx="3657600" cy="13716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" name="알약 2"/>
            <p:cNvSpPr/>
            <p:nvPr/>
          </p:nvSpPr>
          <p:spPr>
            <a:xfrm>
              <a:off x="1188720" y="1645920"/>
              <a:ext cx="2926080" cy="118872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" name="원 1"/>
            <p:cNvSpPr/>
            <p:nvPr/>
          </p:nvSpPr>
          <p:spPr>
            <a:xfrm>
              <a:off x="320040" y="1965960"/>
              <a:ext cx="1005840" cy="100584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" name="고리"/>
            <p:cNvSpPr/>
            <p:nvPr/>
          </p:nvSpPr>
          <p:spPr>
            <a:xfrm>
              <a:off x="3108960" y="2834640"/>
              <a:ext cx="914400" cy="914400"/>
            </a:xfrm>
            <a:prstGeom prst="ellipse">
              <a:avLst/>
            </a:prstGeom>
            <a:noFill/>
            <a:ln w="2540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grpSp>
          <p:nvGrpSpPr>
            <p:cNvPr id="7" name="장식"/>
            <p:cNvGrpSpPr/>
            <p:nvPr/>
          </p:nvGrpSpPr>
          <p:grpSpPr>
            <a:xfrm>
              <a:off x="3177539" y="937259"/>
              <a:ext cx="411480" cy="411480"/>
              <a:chOff x="3177539" y="937259"/>
              <a:chExt cx="411480" cy="411480"/>
            </a:xfrm>
          </p:grpSpPr>
          <p:sp>
            <p:nvSpPr>
              <p:cNvPr id="8" name="4-Point Star 7"/>
              <p:cNvSpPr/>
              <p:nvPr/>
            </p:nvSpPr>
            <p:spPr>
              <a:xfrm>
                <a:off x="3177539" y="937259"/>
                <a:ext cx="411480" cy="411480"/>
              </a:xfrm>
              <a:prstGeom prst="star4">
                <a:avLst>
                  <a:gd name="adj" fmla="val 14000"/>
                </a:avLst>
              </a:prstGeom>
              <a:solidFill>
                <a:srgbClr val="1A1613"/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</a:p>
            </p:txBody>
          </p:sp>
        </p:grpSp>
      </p:grpSp>
      <p:sp>
        <p:nvSpPr>
          <p:cNvPr id="9" name="작은 알약"/>
          <p:cNvSpPr/>
          <p:nvPr/>
        </p:nvSpPr>
        <p:spPr>
          <a:xfrm>
            <a:off x="7985455" y="6035040"/>
            <a:ext cx="2011680" cy="237744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274320"/>
            <a:ext cx="11277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3444087" y="594360"/>
            <a:ext cx="5303520" cy="86868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6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5821527" y="6172200"/>
            <a:ext cx="548640" cy="5486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1" spc="0">
                <a:solidFill>
                  <a:srgbClr val="1A1613"/>
                </a:solidFill>
              </a:defRPr>
            </a:lvl1pPr>
          </a:lstStyle>
          <a:p>
            <a:fld id="{FBECB953-C56F-4929-B543-AF41E2F0330D}" type="slidenum">
              <a:rPr lang="en-US"/>
              <a:t>‹#›</a:t>
            </a:fld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7315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21031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4747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8463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7315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21031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4747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8463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2" name="제목 알약"/>
          <p:cNvSpPr/>
          <p:nvPr/>
        </p:nvSpPr>
        <p:spPr>
          <a:xfrm>
            <a:off x="3169767" y="594360"/>
            <a:ext cx="5852160" cy="86868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5875">
            <a:solidFill>
              <a:schemeClr val="accent5"/>
            </a:solidFill>
          </a:ln>
          <a:effectLst>
            <a:outerShdw blurRad="177800" dist="38100" dir="5400000" algn="t" rotWithShape="0">
              <a:schemeClr val="tx2">
                <a:alpha val="9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3" name="점"/>
          <p:cNvSpPr/>
          <p:nvPr/>
        </p:nvSpPr>
        <p:spPr>
          <a:xfrm>
            <a:off x="649224" y="941832"/>
            <a:ext cx="164592" cy="164592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점"/>
          <p:cNvSpPr/>
          <p:nvPr/>
        </p:nvSpPr>
        <p:spPr>
          <a:xfrm>
            <a:off x="1014983" y="941832"/>
            <a:ext cx="164592" cy="164592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점"/>
          <p:cNvSpPr/>
          <p:nvPr/>
        </p:nvSpPr>
        <p:spPr>
          <a:xfrm>
            <a:off x="11012119" y="941832"/>
            <a:ext cx="164592" cy="164592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점"/>
          <p:cNvSpPr/>
          <p:nvPr/>
        </p:nvSpPr>
        <p:spPr>
          <a:xfrm>
            <a:off x="11377879" y="941832"/>
            <a:ext cx="164592" cy="164592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쪽 번호 원"/>
          <p:cNvSpPr/>
          <p:nvPr/>
        </p:nvSpPr>
        <p:spPr>
          <a:xfrm>
            <a:off x="5821527" y="6172200"/>
            <a:ext cx="548640" cy="54864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274320"/>
            <a:ext cx="11277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5821527" y="6172200"/>
            <a:ext cx="548640" cy="5486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1" spc="0">
                <a:solidFill>
                  <a:srgbClr val="1A1613"/>
                </a:solidFill>
              </a:defRPr>
            </a:lvl1pPr>
          </a:lstStyle>
          <a:p>
            <a:fld id="{9C22D907-93D9-4F0D-A0EC-0437AC7FAE20}" type="slidenum">
              <a:rPr lang="en-US"/>
              <a:t>‹#›</a:t>
            </a:fld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sp>
        <p:nvSpPr>
          <p:cNvPr id="2" name="점"/>
          <p:cNvSpPr/>
          <p:nvPr/>
        </p:nvSpPr>
        <p:spPr>
          <a:xfrm>
            <a:off x="649224" y="941832"/>
            <a:ext cx="164592" cy="164592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점"/>
          <p:cNvSpPr/>
          <p:nvPr/>
        </p:nvSpPr>
        <p:spPr>
          <a:xfrm>
            <a:off x="1014983" y="941832"/>
            <a:ext cx="164592" cy="164592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점"/>
          <p:cNvSpPr/>
          <p:nvPr/>
        </p:nvSpPr>
        <p:spPr>
          <a:xfrm>
            <a:off x="11012119" y="941832"/>
            <a:ext cx="164592" cy="164592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점"/>
          <p:cNvSpPr/>
          <p:nvPr/>
        </p:nvSpPr>
        <p:spPr>
          <a:xfrm>
            <a:off x="11377879" y="941832"/>
            <a:ext cx="164592" cy="164592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쪽 번호 원"/>
          <p:cNvSpPr/>
          <p:nvPr/>
        </p:nvSpPr>
        <p:spPr>
          <a:xfrm>
            <a:off x="5821527" y="6172200"/>
            <a:ext cx="548640" cy="54864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7" name="따옴표 장식"/>
          <p:cNvGrpSpPr/>
          <p:nvPr/>
        </p:nvGrpSpPr>
        <p:grpSpPr>
          <a:xfrm>
            <a:off x="5592927" y="1520189"/>
            <a:ext cx="1005840" cy="251460"/>
            <a:chOff x="5592927" y="1520189"/>
            <a:chExt cx="1005840" cy="251460"/>
          </a:xfrm>
        </p:grpSpPr>
        <p:sp>
          <p:nvSpPr>
            <p:cNvPr id="8" name="Diamond 7"/>
            <p:cNvSpPr/>
            <p:nvPr/>
          </p:nvSpPr>
          <p:spPr>
            <a:xfrm>
              <a:off x="5970117" y="1520189"/>
              <a:ext cx="251460" cy="251460"/>
            </a:xfrm>
            <a:prstGeom prst="diamond">
              <a:avLst/>
            </a:prstGeom>
            <a:solidFill>
              <a:schemeClr val="accent5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9" name="Connector 8"/>
            <p:cNvCxnSpPr/>
            <p:nvPr/>
          </p:nvCxnSpPr>
          <p:spPr>
            <a:xfrm>
              <a:off x="5592927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  <p:cxnSp>
          <p:nvCxnSpPr>
            <p:cNvPr id="10" name="Connector 9"/>
            <p:cNvCxnSpPr/>
            <p:nvPr/>
          </p:nvCxnSpPr>
          <p:spPr>
            <a:xfrm>
              <a:off x="6301587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</p:grpSp>
      <p:cxnSp>
        <p:nvCxnSpPr>
          <p:cNvPr id="11" name="Connector 10"/>
          <p:cNvCxnSpPr/>
          <p:nvPr/>
        </p:nvCxnSpPr>
        <p:spPr>
          <a:xfrm>
            <a:off x="5547207" y="5349240"/>
            <a:ext cx="1097280" cy="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sp>
        <p:nvSpPr>
          <p:cNvPr id="12" name="Diamond 11"/>
          <p:cNvSpPr/>
          <p:nvPr/>
        </p:nvSpPr>
        <p:spPr>
          <a:xfrm>
            <a:off x="6036411" y="5289804"/>
            <a:ext cx="118872" cy="118872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MUSTARD  ·  FAMILY ALBUM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우리 가족을 소개합니다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은행잎 밟으며 걷던 아침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우리 부부 · 0000. 00. 00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MEMBERS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가족 구성원</a:t>
            </a:r>
          </a:p>
        </p:txBody>
      </p:sp>
      <p:sp>
        <p:nvSpPr>
          <p:cNvPr id="15" name="사진 바탕 1"/>
          <p:cNvSpPr/>
          <p:nvPr/>
        </p:nvSpPr>
        <p:spPr>
          <a:xfrm>
            <a:off x="2259253" y="2057400"/>
            <a:ext cx="2171700" cy="21717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2259253" y="2057400"/>
            <a:ext cx="2171700" cy="2171700"/>
          </a:xfrm>
          <a:prstGeom prst="rect">
            <a:avLst/>
          </a:prstGeom>
        </p:spPr>
      </p:sp>
      <p:sp>
        <p:nvSpPr>
          <p:cNvPr id="20" name="사진 바탕 2"/>
          <p:cNvSpPr/>
          <p:nvPr/>
        </p:nvSpPr>
        <p:spPr>
          <a:xfrm>
            <a:off x="7760741" y="2057400"/>
            <a:ext cx="2171700" cy="21717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7760741" y="2057400"/>
            <a:ext cx="2171700" cy="2171700"/>
          </a:xfrm>
          <a:prstGeom prst="rect">
            <a:avLst/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03334A-14DE-4C71-9243-374FE49F1289}" type="slidenum">
              <a:rPr lang="en-US"/>
              <a:t>‹#›</a:t>
            </a:fld>
            <a:endParaRPr lang="en-US"/>
          </a:p>
        </p:txBody>
      </p:sp>
      <p:sp>
        <p:nvSpPr>
          <p:cNvPr id="13" name="남편 카드"/>
          <p:cNvSpPr/>
          <p:nvPr/>
        </p:nvSpPr>
        <p:spPr>
          <a:xfrm>
            <a:off x="731520" y="1828800"/>
            <a:ext cx="5227167" cy="42748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76200" dist="19050" dir="5400000" algn="t" rotWithShape="0">
              <a:schemeClr val="tx2">
                <a:alpha val="8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4" name="윗선"/>
          <p:cNvSpPr/>
          <p:nvPr/>
        </p:nvSpPr>
        <p:spPr>
          <a:xfrm>
            <a:off x="731520" y="1828800"/>
            <a:ext cx="5227167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남편 이름"/>
          <p:cNvSpPr txBox="1"/>
          <p:nvPr/>
        </p:nvSpPr>
        <p:spPr>
          <a:xfrm>
            <a:off x="731520" y="4320540"/>
            <a:ext cx="5227167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남편</a:t>
            </a:r>
          </a:p>
        </p:txBody>
      </p:sp>
      <p:sp>
        <p:nvSpPr>
          <p:cNvPr id="17" name="남편 소개"/>
          <p:cNvSpPr txBox="1"/>
          <p:nvPr/>
        </p:nvSpPr>
        <p:spPr>
          <a:xfrm>
            <a:off x="822960" y="4777740"/>
            <a:ext cx="5044287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이름 · 나이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직업 · 취미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나의 한마디</a:t>
            </a:r>
          </a:p>
        </p:txBody>
      </p:sp>
      <p:sp>
        <p:nvSpPr>
          <p:cNvPr id="18" name="아내 카드"/>
          <p:cNvSpPr/>
          <p:nvPr/>
        </p:nvSpPr>
        <p:spPr>
          <a:xfrm>
            <a:off x="6233007" y="1828800"/>
            <a:ext cx="5227167" cy="42748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76200" dist="19050" dir="5400000" algn="t" rotWithShape="0">
              <a:schemeClr val="tx2">
                <a:alpha val="8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9" name="윗선"/>
          <p:cNvSpPr/>
          <p:nvPr/>
        </p:nvSpPr>
        <p:spPr>
          <a:xfrm>
            <a:off x="6233007" y="1828800"/>
            <a:ext cx="5227167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아내 이름"/>
          <p:cNvSpPr txBox="1"/>
          <p:nvPr/>
        </p:nvSpPr>
        <p:spPr>
          <a:xfrm>
            <a:off x="6233007" y="4320540"/>
            <a:ext cx="5227167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아내</a:t>
            </a:r>
          </a:p>
        </p:txBody>
      </p:sp>
      <p:sp>
        <p:nvSpPr>
          <p:cNvPr id="22" name="아내 소개"/>
          <p:cNvSpPr txBox="1"/>
          <p:nvPr/>
        </p:nvSpPr>
        <p:spPr>
          <a:xfrm>
            <a:off x="6324447" y="4777740"/>
            <a:ext cx="5044287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이름 · 나이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직업 · 취미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나의 한마디</a:t>
            </a:r>
          </a:p>
        </p:txBody>
      </p:sp>
    </p:spTree>
  </p:cSld>
  <p:clrMapOvr>
    <a:masterClrMapping/>
  </p:clrMapOvr>
  <p:transition spd="med">
    <p:wedg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OUR STORY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우리 가족 이야기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8DC03-4B3C-4B2A-B0AC-E1B392087D86}" type="slidenum">
              <a:rPr lang="en-US"/>
              <a:t>‹#›</a:t>
            </a:fld>
            <a:endParaRPr lang="en-US"/>
          </a:p>
        </p:txBody>
      </p:sp>
      <p:grpSp>
        <p:nvGrpSpPr>
          <p:cNvPr id="5" name="때 1"/>
          <p:cNvGrpSpPr/>
          <p:nvPr/>
        </p:nvGrpSpPr>
        <p:grpSpPr>
          <a:xfrm>
            <a:off x="777240" y="3246120"/>
            <a:ext cx="2590723" cy="2788920"/>
            <a:chOff x="777240" y="3246120"/>
            <a:chExt cx="2590723" cy="2788920"/>
          </a:xfrm>
        </p:grpSpPr>
        <p:sp>
          <p:nvSpPr>
            <p:cNvPr id="6" name="단계 화살표"/>
            <p:cNvSpPr/>
            <p:nvPr/>
          </p:nvSpPr>
          <p:spPr>
            <a:xfrm>
              <a:off x="777240" y="3246120"/>
              <a:ext cx="2590723" cy="493776"/>
            </a:xfrm>
            <a:prstGeom prst="homePlat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rgbClr val="1A1613"/>
                  </a:solidFill>
                </a:rPr>
                <a:t>처음 만난 날</a:t>
              </a:r>
            </a:p>
          </p:txBody>
        </p:sp>
        <p:sp>
          <p:nvSpPr>
            <p:cNvPr id="7" name="제목"/>
            <p:cNvSpPr txBox="1"/>
            <p:nvPr/>
          </p:nvSpPr>
          <p:spPr>
            <a:xfrm>
              <a:off x="822960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첫 만남</a:t>
              </a:r>
            </a:p>
          </p:txBody>
        </p:sp>
        <p:sp>
          <p:nvSpPr>
            <p:cNvPr id="8" name="내용"/>
            <p:cNvSpPr txBox="1"/>
            <p:nvPr/>
          </p:nvSpPr>
          <p:spPr>
            <a:xfrm>
              <a:off x="822960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어디에서 어떻게 만났나요?</a:t>
              </a:r>
            </a:p>
          </p:txBody>
        </p:sp>
      </p:grpSp>
      <p:grpSp>
        <p:nvGrpSpPr>
          <p:cNvPr id="9" name="때 2"/>
          <p:cNvGrpSpPr/>
          <p:nvPr/>
        </p:nvGrpSpPr>
        <p:grpSpPr>
          <a:xfrm>
            <a:off x="3459403" y="3246120"/>
            <a:ext cx="2590723" cy="2788920"/>
            <a:chOff x="3459403" y="3246120"/>
            <a:chExt cx="2590723" cy="2788920"/>
          </a:xfrm>
        </p:grpSpPr>
        <p:sp>
          <p:nvSpPr>
            <p:cNvPr id="10" name="단계 화살표"/>
            <p:cNvSpPr/>
            <p:nvPr/>
          </p:nvSpPr>
          <p:spPr>
            <a:xfrm>
              <a:off x="3459403" y="3246120"/>
              <a:ext cx="2590723" cy="493776"/>
            </a:xfrm>
            <a:prstGeom prst="homePlat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rgbClr val="FFFFFF"/>
                  </a:solidFill>
                </a:rPr>
                <a:t>결혼</a:t>
              </a:r>
            </a:p>
          </p:txBody>
        </p:sp>
        <p:sp>
          <p:nvSpPr>
            <p:cNvPr id="11" name="제목"/>
            <p:cNvSpPr txBox="1"/>
            <p:nvPr/>
          </p:nvSpPr>
          <p:spPr>
            <a:xfrm>
              <a:off x="3505123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함께 시작한 날</a:t>
              </a:r>
            </a:p>
          </p:txBody>
        </p:sp>
        <p:sp>
          <p:nvSpPr>
            <p:cNvPr id="12" name="내용"/>
            <p:cNvSpPr txBox="1"/>
            <p:nvPr/>
          </p:nvSpPr>
          <p:spPr>
            <a:xfrm>
              <a:off x="3505123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그날의 기억을 적어요</a:t>
              </a:r>
            </a:p>
          </p:txBody>
        </p:sp>
      </p:grpSp>
      <p:grpSp>
        <p:nvGrpSpPr>
          <p:cNvPr id="13" name="때 3"/>
          <p:cNvGrpSpPr/>
          <p:nvPr/>
        </p:nvGrpSpPr>
        <p:grpSpPr>
          <a:xfrm>
            <a:off x="6141567" y="3246120"/>
            <a:ext cx="2590723" cy="2788920"/>
            <a:chOff x="6141567" y="3246120"/>
            <a:chExt cx="2590723" cy="2788920"/>
          </a:xfrm>
        </p:grpSpPr>
        <p:sp>
          <p:nvSpPr>
            <p:cNvPr id="14" name="단계 화살표"/>
            <p:cNvSpPr/>
            <p:nvPr/>
          </p:nvSpPr>
          <p:spPr>
            <a:xfrm>
              <a:off x="6141567" y="3246120"/>
              <a:ext cx="2590723" cy="493776"/>
            </a:xfrm>
            <a:prstGeom prst="homePlat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rgbClr val="1A1613"/>
                  </a:solidFill>
                </a:rPr>
                <a:t>첫 집</a:t>
              </a:r>
            </a:p>
          </p:txBody>
        </p:sp>
        <p:sp>
          <p:nvSpPr>
            <p:cNvPr id="15" name="제목"/>
            <p:cNvSpPr txBox="1"/>
            <p:nvPr/>
          </p:nvSpPr>
          <p:spPr>
            <a:xfrm>
              <a:off x="6187287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우리의 보금자리</a:t>
              </a:r>
            </a:p>
          </p:txBody>
        </p:sp>
        <p:sp>
          <p:nvSpPr>
            <p:cNvPr id="16" name="내용"/>
            <p:cNvSpPr txBox="1"/>
            <p:nvPr/>
          </p:nvSpPr>
          <p:spPr>
            <a:xfrm>
              <a:off x="6187287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처음 이사한 날</a:t>
              </a:r>
            </a:p>
          </p:txBody>
        </p:sp>
      </p:grpSp>
      <p:grpSp>
        <p:nvGrpSpPr>
          <p:cNvPr id="17" name="때 4"/>
          <p:cNvGrpSpPr/>
          <p:nvPr/>
        </p:nvGrpSpPr>
        <p:grpSpPr>
          <a:xfrm>
            <a:off x="8823731" y="3246120"/>
            <a:ext cx="2590723" cy="2788920"/>
            <a:chOff x="8823731" y="3246120"/>
            <a:chExt cx="2590723" cy="2788920"/>
          </a:xfrm>
        </p:grpSpPr>
        <p:sp>
          <p:nvSpPr>
            <p:cNvPr id="18" name="단계 화살표"/>
            <p:cNvSpPr/>
            <p:nvPr/>
          </p:nvSpPr>
          <p:spPr>
            <a:xfrm>
              <a:off x="8823731" y="3246120"/>
              <a:ext cx="2590723" cy="493776"/>
            </a:xfrm>
            <a:prstGeom prst="homePlat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rgbClr val="FFFFFF"/>
                  </a:solidFill>
                </a:rPr>
                <a:t>지금</a:t>
              </a:r>
            </a:p>
          </p:txBody>
        </p:sp>
        <p:sp>
          <p:nvSpPr>
            <p:cNvPr id="19" name="제목"/>
            <p:cNvSpPr txBox="1"/>
            <p:nvPr/>
          </p:nvSpPr>
          <p:spPr>
            <a:xfrm>
              <a:off x="8869451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오늘의 우리</a:t>
              </a:r>
            </a:p>
          </p:txBody>
        </p:sp>
        <p:sp>
          <p:nvSpPr>
            <p:cNvPr id="20" name="내용"/>
            <p:cNvSpPr txBox="1"/>
            <p:nvPr/>
          </p:nvSpPr>
          <p:spPr>
            <a:xfrm>
              <a:off x="8869451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요즘 우리 이야기</a:t>
              </a:r>
            </a:p>
          </p:txBody>
        </p:sp>
      </p:grpSp>
    </p:spTree>
  </p:cSld>
  <p:clrMapOvr>
    <a:masterClrMapping/>
  </p:clrMapOvr>
  <p:transition spd="med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350"/>
                            </p:stCondLst>
                            <p:childTnLst>
                              <p:par>
                                <p:cTn id="1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PROMISE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우리 가족의 약속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203518-AEB6-4FCC-B91B-E26B2BD2CE9B}" type="slidenum">
              <a:rPr lang="en-US"/>
              <a:t>‹#›</a:t>
            </a:fld>
            <a:endParaRPr lang="en-US"/>
          </a:p>
        </p:txBody>
      </p:sp>
      <p:grpSp>
        <p:nvGrpSpPr>
          <p:cNvPr id="5" name="줄 1"/>
          <p:cNvGrpSpPr/>
          <p:nvPr/>
        </p:nvGrpSpPr>
        <p:grpSpPr>
          <a:xfrm>
            <a:off x="731520" y="1828800"/>
            <a:ext cx="10728655" cy="1005840"/>
            <a:chOff x="731520" y="1828800"/>
            <a:chExt cx="10728655" cy="1005840"/>
          </a:xfrm>
        </p:grpSpPr>
        <p:sp>
          <p:nvSpPr>
            <p:cNvPr id="6" name="줄 바탕"/>
            <p:cNvSpPr/>
            <p:nvPr/>
          </p:nvSpPr>
          <p:spPr>
            <a:xfrm>
              <a:off x="731520" y="1828800"/>
              <a:ext cx="10728655" cy="10058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윗선"/>
            <p:cNvSpPr/>
            <p:nvPr/>
          </p:nvSpPr>
          <p:spPr>
            <a:xfrm>
              <a:off x="731520" y="1828800"/>
              <a:ext cx="10728655" cy="6400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번호 1"/>
            <p:cNvSpPr txBox="1"/>
            <p:nvPr/>
          </p:nvSpPr>
          <p:spPr>
            <a:xfrm>
              <a:off x="960120" y="2148839"/>
              <a:ext cx="1097280" cy="27432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200" b="1" i="0" lang="ko-KR" spc="150">
                  <a:solidFill>
                    <a:schemeClr val="tx2"/>
                  </a:solidFill>
                </a:rPr>
                <a:t>No.01</a:t>
              </a:r>
            </a:p>
          </p:txBody>
        </p:sp>
        <p:cxnSp>
          <p:nvCxnSpPr>
            <p:cNvPr id="9" name="번호 밑줄"/>
            <p:cNvCxnSpPr/>
            <p:nvPr/>
          </p:nvCxnSpPr>
          <p:spPr>
            <a:xfrm>
              <a:off x="1005840" y="2487168"/>
              <a:ext cx="457200" cy="0"/>
            </a:xfrm>
            <a:prstGeom prst="line">
              <a:avLst/>
            </a:prstGeom>
            <a:ln w="12700" cap="rnd">
              <a:solidFill>
                <a:schemeClr val="accent5"/>
              </a:solidFill>
            </a:ln>
          </p:spPr>
        </p:cxnSp>
        <p:sp>
          <p:nvSpPr>
            <p:cNvPr id="10" name="줄 제목"/>
            <p:cNvSpPr txBox="1"/>
            <p:nvPr/>
          </p:nvSpPr>
          <p:spPr>
            <a:xfrm>
              <a:off x="1737360" y="1874519"/>
              <a:ext cx="2926080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약속 1</a:t>
              </a:r>
            </a:p>
          </p:txBody>
        </p:sp>
        <p:cxnSp>
          <p:nvCxnSpPr>
            <p:cNvPr id="11" name="구분선"/>
            <p:cNvCxnSpPr/>
            <p:nvPr/>
          </p:nvCxnSpPr>
          <p:spPr>
            <a:xfrm>
              <a:off x="4572000" y="1993392"/>
              <a:ext cx="0" cy="676656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12" name="줄 내용"/>
            <p:cNvSpPr txBox="1"/>
            <p:nvPr/>
          </p:nvSpPr>
          <p:spPr>
            <a:xfrm>
              <a:off x="4754880" y="1874519"/>
              <a:ext cx="6430975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0" i="0" lang="ko-KR">
                  <a:solidFill>
                    <a:schemeClr val="tx1"/>
                  </a:solidFill>
                </a:rPr>
                <a:t>하루에 한 번 서로 안아 주기</a:t>
              </a:r>
            </a:p>
          </p:txBody>
        </p:sp>
      </p:grpSp>
      <p:grpSp>
        <p:nvGrpSpPr>
          <p:cNvPr id="13" name="줄 2"/>
          <p:cNvGrpSpPr/>
          <p:nvPr/>
        </p:nvGrpSpPr>
        <p:grpSpPr>
          <a:xfrm>
            <a:off x="731520" y="2971800"/>
            <a:ext cx="10728655" cy="1005840"/>
            <a:chOff x="731520" y="2971800"/>
            <a:chExt cx="10728655" cy="1005840"/>
          </a:xfrm>
        </p:grpSpPr>
        <p:sp>
          <p:nvSpPr>
            <p:cNvPr id="14" name="줄 바탕"/>
            <p:cNvSpPr/>
            <p:nvPr/>
          </p:nvSpPr>
          <p:spPr>
            <a:xfrm>
              <a:off x="731520" y="2971800"/>
              <a:ext cx="10728655" cy="10058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" name="윗선"/>
            <p:cNvSpPr/>
            <p:nvPr/>
          </p:nvSpPr>
          <p:spPr>
            <a:xfrm>
              <a:off x="731520" y="2971800"/>
              <a:ext cx="10728655" cy="6400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6" name="번호 2"/>
            <p:cNvSpPr txBox="1"/>
            <p:nvPr/>
          </p:nvSpPr>
          <p:spPr>
            <a:xfrm>
              <a:off x="960120" y="3291839"/>
              <a:ext cx="1097280" cy="27432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200" b="1" i="0" lang="ko-KR" spc="150">
                  <a:solidFill>
                    <a:schemeClr val="tx2"/>
                  </a:solidFill>
                </a:rPr>
                <a:t>No.02</a:t>
              </a:r>
            </a:p>
          </p:txBody>
        </p:sp>
        <p:cxnSp>
          <p:nvCxnSpPr>
            <p:cNvPr id="17" name="번호 밑줄"/>
            <p:cNvCxnSpPr/>
            <p:nvPr/>
          </p:nvCxnSpPr>
          <p:spPr>
            <a:xfrm>
              <a:off x="1005840" y="3630168"/>
              <a:ext cx="457200" cy="0"/>
            </a:xfrm>
            <a:prstGeom prst="line">
              <a:avLst/>
            </a:prstGeom>
            <a:ln w="12700" cap="rnd">
              <a:solidFill>
                <a:schemeClr val="accent5"/>
              </a:solidFill>
            </a:ln>
          </p:spPr>
        </p:cxnSp>
        <p:sp>
          <p:nvSpPr>
            <p:cNvPr id="18" name="줄 제목"/>
            <p:cNvSpPr txBox="1"/>
            <p:nvPr/>
          </p:nvSpPr>
          <p:spPr>
            <a:xfrm>
              <a:off x="1737360" y="3017520"/>
              <a:ext cx="2926080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약속 2</a:t>
              </a:r>
            </a:p>
          </p:txBody>
        </p:sp>
        <p:cxnSp>
          <p:nvCxnSpPr>
            <p:cNvPr id="19" name="구분선"/>
            <p:cNvCxnSpPr/>
            <p:nvPr/>
          </p:nvCxnSpPr>
          <p:spPr>
            <a:xfrm>
              <a:off x="4572000" y="3136392"/>
              <a:ext cx="0" cy="676656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20" name="줄 내용"/>
            <p:cNvSpPr txBox="1"/>
            <p:nvPr/>
          </p:nvSpPr>
          <p:spPr>
            <a:xfrm>
              <a:off x="4754880" y="3017520"/>
              <a:ext cx="6430975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0" i="0" lang="ko-KR">
                  <a:solidFill>
                    <a:schemeClr val="tx1"/>
                  </a:solidFill>
                </a:rPr>
                <a:t>화가 나도 잠자리 전엔 풀기</a:t>
              </a:r>
            </a:p>
          </p:txBody>
        </p:sp>
      </p:grpSp>
      <p:grpSp>
        <p:nvGrpSpPr>
          <p:cNvPr id="21" name="줄 3"/>
          <p:cNvGrpSpPr/>
          <p:nvPr/>
        </p:nvGrpSpPr>
        <p:grpSpPr>
          <a:xfrm>
            <a:off x="731520" y="4114800"/>
            <a:ext cx="10728655" cy="1005840"/>
            <a:chOff x="731520" y="4114800"/>
            <a:chExt cx="10728655" cy="1005840"/>
          </a:xfrm>
        </p:grpSpPr>
        <p:sp>
          <p:nvSpPr>
            <p:cNvPr id="22" name="줄 바탕"/>
            <p:cNvSpPr/>
            <p:nvPr/>
          </p:nvSpPr>
          <p:spPr>
            <a:xfrm>
              <a:off x="731520" y="4114800"/>
              <a:ext cx="10728655" cy="10058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3" name="윗선"/>
            <p:cNvSpPr/>
            <p:nvPr/>
          </p:nvSpPr>
          <p:spPr>
            <a:xfrm>
              <a:off x="731520" y="4114800"/>
              <a:ext cx="10728655" cy="6400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4" name="번호 3"/>
            <p:cNvSpPr txBox="1"/>
            <p:nvPr/>
          </p:nvSpPr>
          <p:spPr>
            <a:xfrm>
              <a:off x="960120" y="4434840"/>
              <a:ext cx="1097280" cy="27432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200" b="1" i="0" lang="ko-KR" spc="150">
                  <a:solidFill>
                    <a:schemeClr val="tx2"/>
                  </a:solidFill>
                </a:rPr>
                <a:t>No.03</a:t>
              </a:r>
            </a:p>
          </p:txBody>
        </p:sp>
        <p:cxnSp>
          <p:nvCxnSpPr>
            <p:cNvPr id="25" name="번호 밑줄"/>
            <p:cNvCxnSpPr/>
            <p:nvPr/>
          </p:nvCxnSpPr>
          <p:spPr>
            <a:xfrm>
              <a:off x="1005840" y="4773168"/>
              <a:ext cx="457200" cy="0"/>
            </a:xfrm>
            <a:prstGeom prst="line">
              <a:avLst/>
            </a:prstGeom>
            <a:ln w="12700" cap="rnd">
              <a:solidFill>
                <a:schemeClr val="accent5"/>
              </a:solidFill>
            </a:ln>
          </p:spPr>
        </p:cxnSp>
        <p:sp>
          <p:nvSpPr>
            <p:cNvPr id="26" name="줄 제목"/>
            <p:cNvSpPr txBox="1"/>
            <p:nvPr/>
          </p:nvSpPr>
          <p:spPr>
            <a:xfrm>
              <a:off x="1737360" y="4160520"/>
              <a:ext cx="2926080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약속 3</a:t>
              </a:r>
            </a:p>
          </p:txBody>
        </p:sp>
        <p:cxnSp>
          <p:nvCxnSpPr>
            <p:cNvPr id="27" name="구분선"/>
            <p:cNvCxnSpPr/>
            <p:nvPr/>
          </p:nvCxnSpPr>
          <p:spPr>
            <a:xfrm>
              <a:off x="4572000" y="4279392"/>
              <a:ext cx="0" cy="676656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28" name="줄 내용"/>
            <p:cNvSpPr txBox="1"/>
            <p:nvPr/>
          </p:nvSpPr>
          <p:spPr>
            <a:xfrm>
              <a:off x="4754880" y="4160520"/>
              <a:ext cx="6430975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0" i="0" lang="ko-KR">
                  <a:solidFill>
                    <a:schemeClr val="tx1"/>
                  </a:solidFill>
                </a:rPr>
                <a:t>한 달에 한 번 데이트하기</a:t>
              </a:r>
            </a:p>
          </p:txBody>
        </p:sp>
      </p:grpSp>
    </p:spTree>
  </p:cSld>
  <p:clrMapOvr>
    <a:masterClrMapping/>
  </p:clrMapOvr>
  <p:transition spd="med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ALBUM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가족 사진</a:t>
            </a:r>
          </a:p>
        </p:txBody>
      </p:sp>
      <p:sp>
        <p:nvSpPr>
          <p:cNvPr id="13" name="사진 바탕 1"/>
          <p:cNvSpPr/>
          <p:nvPr/>
        </p:nvSpPr>
        <p:spPr>
          <a:xfrm>
            <a:off x="731520" y="1828800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1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731520" y="1828800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4" name="사진 바탕 2"/>
          <p:cNvSpPr/>
          <p:nvPr/>
        </p:nvSpPr>
        <p:spPr>
          <a:xfrm>
            <a:off x="4374794" y="1828800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2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4374794" y="1828800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5" name="사진 바탕 3"/>
          <p:cNvSpPr/>
          <p:nvPr/>
        </p:nvSpPr>
        <p:spPr>
          <a:xfrm>
            <a:off x="8018068" y="1828800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3</a:t>
            </a:r>
          </a:p>
        </p:txBody>
      </p:sp>
      <p:sp>
        <p:nvSpPr>
          <p:cNvPr id="6" name="Picture Placeholder 5" descr="사진 자리 — 아이콘을 누르면 사진을 넣을 수 있어요"/>
          <p:cNvSpPr>
            <a:spLocks noGrp="1"/>
          </p:cNvSpPr>
          <p:nvPr>
            <p:ph type="pic" idx="15" sz="quarter"/>
          </p:nvPr>
        </p:nvSpPr>
        <p:spPr>
          <a:xfrm>
            <a:off x="8018068" y="1828800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6" name="사진 바탕 4"/>
          <p:cNvSpPr/>
          <p:nvPr/>
        </p:nvSpPr>
        <p:spPr>
          <a:xfrm>
            <a:off x="731520" y="4101084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4</a:t>
            </a:r>
          </a:p>
        </p:txBody>
      </p:sp>
      <p:sp>
        <p:nvSpPr>
          <p:cNvPr id="7" name="Picture Placeholder 6" descr="사진 자리 — 아이콘을 누르면 사진을 넣을 수 있어요"/>
          <p:cNvSpPr>
            <a:spLocks noGrp="1"/>
          </p:cNvSpPr>
          <p:nvPr>
            <p:ph type="pic" idx="16" sz="quarter"/>
          </p:nvPr>
        </p:nvSpPr>
        <p:spPr>
          <a:xfrm>
            <a:off x="731520" y="4101084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7" name="사진 바탕 5"/>
          <p:cNvSpPr/>
          <p:nvPr/>
        </p:nvSpPr>
        <p:spPr>
          <a:xfrm>
            <a:off x="4374794" y="4101084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5</a:t>
            </a:r>
          </a:p>
        </p:txBody>
      </p:sp>
      <p:sp>
        <p:nvSpPr>
          <p:cNvPr id="8" name="Picture Placeholder 7" descr="사진 자리 — 아이콘을 누르면 사진을 넣을 수 있어요"/>
          <p:cNvSpPr>
            <a:spLocks noGrp="1"/>
          </p:cNvSpPr>
          <p:nvPr>
            <p:ph type="pic" idx="17" sz="quarter"/>
          </p:nvPr>
        </p:nvSpPr>
        <p:spPr>
          <a:xfrm>
            <a:off x="4374794" y="4101084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8" name="사진 바탕 6"/>
          <p:cNvSpPr/>
          <p:nvPr/>
        </p:nvSpPr>
        <p:spPr>
          <a:xfrm>
            <a:off x="8018068" y="4101084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6</a:t>
            </a:r>
          </a:p>
        </p:txBody>
      </p:sp>
      <p:sp>
        <p:nvSpPr>
          <p:cNvPr id="9" name="Picture Placeholder 8" descr="사진 자리 — 아이콘을 누르면 사진을 넣을 수 있어요"/>
          <p:cNvSpPr>
            <a:spLocks noGrp="1"/>
          </p:cNvSpPr>
          <p:nvPr>
            <p:ph type="pic" idx="18" sz="quarter"/>
          </p:nvPr>
        </p:nvSpPr>
        <p:spPr>
          <a:xfrm>
            <a:off x="8018068" y="4101084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831A3E-A92A-4ED8-AE0A-90EADA4295CE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wedg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MESSAGE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가족에게 한마디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9387E7-9D97-4B73-9577-2C7E297AAD9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wedg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MUSTARD  ·  FAMILY ALBUM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우리 가족 소개를 마칩니다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읽어 주셔서 고맙습니다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고맙습니다 · 가족 이름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우리 부부 가족 소개">
  <a:themeElements>
    <a:clrScheme name="우리 부부 가족 소개">
      <a:dk1>
        <a:srgbClr val="373B48"/>
      </a:dk1>
      <a:lt1>
        <a:srgbClr val="FEFCF8"/>
      </a:lt1>
      <a:dk2>
        <a:srgbClr val="262F4D"/>
      </a:dk2>
      <a:lt2>
        <a:srgbClr val="FBF6E6"/>
      </a:lt2>
      <a:accent1>
        <a:srgbClr val="D0A02A"/>
      </a:accent1>
      <a:accent2>
        <a:srgbClr val="2E3A5C"/>
      </a:accent2>
      <a:accent3>
        <a:srgbClr val="4A5063"/>
      </a:accent3>
      <a:accent4>
        <a:srgbClr val="F2E5C0"/>
      </a:accent4>
      <a:accent5>
        <a:srgbClr val="C8A040"/>
      </a:accent5>
      <a:accent6>
        <a:srgbClr val="8A8F9A"/>
      </a:accent6>
      <a:hlink>
        <a:srgbClr val="262F4D"/>
      </a:hlink>
      <a:folHlink>
        <a:srgbClr val="4A5063"/>
      </a:folHlink>
    </a:clrScheme>
    <a:fontScheme name="우리 부부 가족 소개">
      <a:majorFont>
        <a:latin typeface="Candara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우리 부부 가족 소개</dc:title>
  <dc:subject>우리 부부 가족 소개 슬라이드</dc:subject>
  <dc:creator>우체국보험 상담 안내</dc:creator>
  <cp:keywords>가족,소개,PPT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