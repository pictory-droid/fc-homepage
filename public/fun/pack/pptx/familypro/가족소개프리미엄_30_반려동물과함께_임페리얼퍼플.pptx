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A0FA41E-FEA5-4F48-BDD4-D7B4734A25CA}">
          <p14:sldIdLst>
            <p14:sldId id="256"/>
          </p14:sldIdLst>
        </p14:section>
        <p14:section name="본문" id="{2B2A683A-5E4D-4ECE-80A9-785CF8C9B3B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BDC5CBC6-F052-40BE-8BC0-5B47855DB4F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3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47A1A164-F63F-466D-BD79-8462FCF76E0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2697479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3081527"/>
            <a:ext cx="8534186" cy="12344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2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438912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828754" y="5074920"/>
            <a:ext cx="8534186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3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4114729" y="1982395"/>
            <a:ext cx="1485839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4205486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4353681" y="1325879"/>
            <a:ext cx="1306625" cy="7543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4554811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4802764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0900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5407812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5746523" y="350601"/>
            <a:ext cx="261993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6095847" y="320039"/>
            <a:ext cx="0" cy="15087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6183178" y="350601"/>
            <a:ext cx="261994" cy="148583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6267856" y="441359"/>
            <a:ext cx="516026" cy="141777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6347307" y="589554"/>
            <a:ext cx="754380" cy="1306624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6419118" y="790683"/>
            <a:ext cx="969812" cy="115577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481106" y="1038637"/>
            <a:ext cx="1155777" cy="9698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6531389" y="1325879"/>
            <a:ext cx="1306624" cy="75438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6568437" y="1643684"/>
            <a:ext cx="1417771" cy="516027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6591127" y="1982395"/>
            <a:ext cx="1485838" cy="26199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5592927" y="1828799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4989423" y="1225295"/>
            <a:ext cx="2212848" cy="221284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4486503" y="722375"/>
            <a:ext cx="3218688" cy="3218688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4084167" y="320039"/>
            <a:ext cx="4023360" cy="402336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35527" y="2331720"/>
            <a:ext cx="512064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6004407" y="2240279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11606479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F7B853EE-BFCB-47C0-8556-F3D8BD8BEA5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D2B5A16B-3608-447C-AF3A-88F7A8AA9AE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IMPERIAL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빨간 우체통 앞에서 기다리던 모습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반려동물과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151839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151839" y="2057400"/>
            <a:ext cx="2171700" cy="2171700"/>
          </a:xfrm>
          <a:prstGeom prst="rect">
            <a:avLst/>
          </a:prstGeom>
        </p:spPr>
      </p:sp>
      <p:sp>
        <p:nvSpPr>
          <p:cNvPr id="19" name="사진 바탕 2"/>
          <p:cNvSpPr/>
          <p:nvPr/>
        </p:nvSpPr>
        <p:spPr>
          <a:xfrm>
            <a:off x="4621377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621377" y="2057400"/>
            <a:ext cx="2171700" cy="2171700"/>
          </a:xfrm>
          <a:prstGeom prst="rect">
            <a:avLst/>
          </a:prstGeom>
        </p:spPr>
      </p:sp>
      <p:sp>
        <p:nvSpPr>
          <p:cNvPr id="23" name="사진 바탕 3"/>
          <p:cNvSpPr/>
          <p:nvPr/>
        </p:nvSpPr>
        <p:spPr>
          <a:xfrm>
            <a:off x="8090916" y="2057400"/>
            <a:ext cx="2171700" cy="2171700"/>
          </a:xfrm>
          <a:prstGeom prst="rect">
            <a:avLst/>
          </a:prstGeom>
          <a:solidFill>
            <a:schemeClr val="accent1">
              <a:lumMod val="25000"/>
              <a:lumOff val="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90916" y="2057400"/>
            <a:ext cx="2171700" cy="2171700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5F1CA-025B-490C-8834-5C5B2E450A44}" type="slidenum">
              <a:rPr lang="en-US"/>
              <a:t>‹#›</a:t>
            </a:fld>
            <a:endParaRPr lang="en-US"/>
          </a:p>
        </p:txBody>
      </p:sp>
      <p:sp>
        <p:nvSpPr>
          <p:cNvPr id="14" name="보호자 1 카드"/>
          <p:cNvSpPr/>
          <p:nvPr/>
        </p:nvSpPr>
        <p:spPr>
          <a:xfrm>
            <a:off x="640080" y="1828800"/>
            <a:ext cx="3195218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보호자 1 이름"/>
          <p:cNvSpPr txBox="1"/>
          <p:nvPr/>
        </p:nvSpPr>
        <p:spPr>
          <a:xfrm>
            <a:off x="640080" y="4320540"/>
            <a:ext cx="31952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1</a:t>
            </a:r>
          </a:p>
        </p:txBody>
      </p:sp>
      <p:sp>
        <p:nvSpPr>
          <p:cNvPr id="17" name="보호자 1 소개"/>
          <p:cNvSpPr txBox="1"/>
          <p:nvPr/>
        </p:nvSpPr>
        <p:spPr>
          <a:xfrm>
            <a:off x="731519" y="4777740"/>
            <a:ext cx="301233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반려동물에게 한마디</a:t>
            </a:r>
          </a:p>
        </p:txBody>
      </p:sp>
      <p:sp>
        <p:nvSpPr>
          <p:cNvPr id="18" name="보호자 2 카드"/>
          <p:cNvSpPr/>
          <p:nvPr/>
        </p:nvSpPr>
        <p:spPr>
          <a:xfrm>
            <a:off x="4109618" y="1828800"/>
            <a:ext cx="3195218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보호자 2 이름"/>
          <p:cNvSpPr txBox="1"/>
          <p:nvPr/>
        </p:nvSpPr>
        <p:spPr>
          <a:xfrm>
            <a:off x="4109618" y="4320540"/>
            <a:ext cx="31952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보호자 2</a:t>
            </a:r>
          </a:p>
        </p:txBody>
      </p:sp>
      <p:sp>
        <p:nvSpPr>
          <p:cNvPr id="21" name="보호자 2 소개"/>
          <p:cNvSpPr txBox="1"/>
          <p:nvPr/>
        </p:nvSpPr>
        <p:spPr>
          <a:xfrm>
            <a:off x="4201058" y="4777740"/>
            <a:ext cx="301233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반려동물에게 한마디</a:t>
            </a:r>
          </a:p>
        </p:txBody>
      </p:sp>
      <p:sp>
        <p:nvSpPr>
          <p:cNvPr id="22" name="우리 반려동물 카드"/>
          <p:cNvSpPr/>
          <p:nvPr/>
        </p:nvSpPr>
        <p:spPr>
          <a:xfrm>
            <a:off x="7579156" y="1828800"/>
            <a:ext cx="3195218" cy="4274820"/>
          </a:xfrm>
          <a:prstGeom prst="rect">
            <a:avLst/>
          </a:prstGeom>
          <a:solidFill>
            <a:schemeClr val="bg1">
              <a:alpha val="70000"/>
            </a:schemeClr>
          </a:solidFill>
          <a:ln w="9525">
            <a:solidFill>
              <a:schemeClr val="accent5">
                <a:alpha val="80000"/>
              </a:schemeClr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우리 반려동물 이름"/>
          <p:cNvSpPr txBox="1"/>
          <p:nvPr/>
        </p:nvSpPr>
        <p:spPr>
          <a:xfrm>
            <a:off x="7579156" y="4320540"/>
            <a:ext cx="319521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우리 반려동물</a:t>
            </a:r>
          </a:p>
        </p:txBody>
      </p:sp>
      <p:sp>
        <p:nvSpPr>
          <p:cNvPr id="25" name="우리 반려동물 소개"/>
          <p:cNvSpPr txBox="1"/>
          <p:nvPr/>
        </p:nvSpPr>
        <p:spPr>
          <a:xfrm>
            <a:off x="7670596" y="4777740"/>
            <a:ext cx="301233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62000"/>
                  </a:schemeClr>
                </a:solidFill>
              </a:rPr>
              <a:t>특징 · 성격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3E690-BEC1-4ED9-B7B2-E8B05B5982A2}" type="slidenum">
              <a:rPr lang="en-US"/>
              <a:t>‹#›</a:t>
            </a:fld>
            <a:endParaRPr lang="en-US"/>
          </a:p>
        </p:txBody>
      </p:sp>
      <p:cxnSp>
        <p:nvCxnSpPr>
          <p:cNvPr id="6" name="타임라인 선"/>
          <p:cNvCxnSpPr/>
          <p:nvPr/>
        </p:nvCxnSpPr>
        <p:spPr>
          <a:xfrm>
            <a:off x="640080" y="3493008"/>
            <a:ext cx="1013429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7" name="때 1"/>
          <p:cNvGrpSpPr/>
          <p:nvPr/>
        </p:nvGrpSpPr>
        <p:grpSpPr>
          <a:xfrm>
            <a:off x="685799" y="2651760"/>
            <a:ext cx="2442133" cy="3383280"/>
            <a:chOff x="685799" y="2651760"/>
            <a:chExt cx="2442133" cy="3383280"/>
          </a:xfrm>
        </p:grpSpPr>
        <p:sp>
          <p:nvSpPr>
            <p:cNvPr id="8" name="점"/>
            <p:cNvSpPr/>
            <p:nvPr/>
          </p:nvSpPr>
          <p:spPr>
            <a:xfrm>
              <a:off x="1705698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때"/>
            <p:cNvSpPr txBox="1"/>
            <p:nvPr/>
          </p:nvSpPr>
          <p:spPr>
            <a:xfrm>
              <a:off x="685799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10" name="제목"/>
            <p:cNvSpPr txBox="1"/>
            <p:nvPr/>
          </p:nvSpPr>
          <p:spPr>
            <a:xfrm>
              <a:off x="731519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인연</a:t>
              </a:r>
            </a:p>
          </p:txBody>
        </p:sp>
        <p:sp>
          <p:nvSpPr>
            <p:cNvPr id="11" name="내용"/>
            <p:cNvSpPr txBox="1"/>
            <p:nvPr/>
          </p:nvSpPr>
          <p:spPr>
            <a:xfrm>
              <a:off x="731519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입양하던 날의 이야기</a:t>
              </a:r>
            </a:p>
          </p:txBody>
        </p:sp>
      </p:grpSp>
      <p:grpSp>
        <p:nvGrpSpPr>
          <p:cNvPr id="12" name="때 2"/>
          <p:cNvGrpSpPr/>
          <p:nvPr/>
        </p:nvGrpSpPr>
        <p:grpSpPr>
          <a:xfrm>
            <a:off x="3219373" y="2651760"/>
            <a:ext cx="2442133" cy="3383280"/>
            <a:chOff x="3219373" y="2651760"/>
            <a:chExt cx="2442133" cy="3383280"/>
          </a:xfrm>
        </p:grpSpPr>
        <p:sp>
          <p:nvSpPr>
            <p:cNvPr id="13" name="점"/>
            <p:cNvSpPr/>
            <p:nvPr/>
          </p:nvSpPr>
          <p:spPr>
            <a:xfrm>
              <a:off x="4239272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때"/>
            <p:cNvSpPr txBox="1"/>
            <p:nvPr/>
          </p:nvSpPr>
          <p:spPr>
            <a:xfrm>
              <a:off x="3219373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산책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3265093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함께한 첫 걸음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3265093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7" name="때 3"/>
          <p:cNvGrpSpPr/>
          <p:nvPr/>
        </p:nvGrpSpPr>
        <p:grpSpPr>
          <a:xfrm>
            <a:off x="5752947" y="2651760"/>
            <a:ext cx="2442133" cy="3383280"/>
            <a:chOff x="5752947" y="2651760"/>
            <a:chExt cx="2442133" cy="3383280"/>
          </a:xfrm>
        </p:grpSpPr>
        <p:sp>
          <p:nvSpPr>
            <p:cNvPr id="18" name="점"/>
            <p:cNvSpPr/>
            <p:nvPr/>
          </p:nvSpPr>
          <p:spPr>
            <a:xfrm>
              <a:off x="6772846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때"/>
            <p:cNvSpPr txBox="1"/>
            <p:nvPr/>
          </p:nvSpPr>
          <p:spPr>
            <a:xfrm>
              <a:off x="5752947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가장 웃었던 날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5798667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잊지 못할 순간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5798667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사진으로 남겨 두세요</a:t>
              </a:r>
            </a:p>
          </p:txBody>
        </p:sp>
      </p:grpSp>
      <p:grpSp>
        <p:nvGrpSpPr>
          <p:cNvPr id="22" name="때 4"/>
          <p:cNvGrpSpPr/>
          <p:nvPr/>
        </p:nvGrpSpPr>
        <p:grpSpPr>
          <a:xfrm>
            <a:off x="8286521" y="2651760"/>
            <a:ext cx="2442133" cy="3383280"/>
            <a:chOff x="8286521" y="2651760"/>
            <a:chExt cx="2442133" cy="3383280"/>
          </a:xfrm>
        </p:grpSpPr>
        <p:sp>
          <p:nvSpPr>
            <p:cNvPr id="23" name="점"/>
            <p:cNvSpPr/>
            <p:nvPr/>
          </p:nvSpPr>
          <p:spPr>
            <a:xfrm>
              <a:off x="9306420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때"/>
            <p:cNvSpPr txBox="1"/>
            <p:nvPr/>
          </p:nvSpPr>
          <p:spPr>
            <a:xfrm>
              <a:off x="8286521" y="2651760"/>
              <a:ext cx="244213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5" name="제목"/>
            <p:cNvSpPr txBox="1"/>
            <p:nvPr/>
          </p:nvSpPr>
          <p:spPr>
            <a:xfrm>
              <a:off x="8332241" y="3886200"/>
              <a:ext cx="235069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6" name="내용"/>
            <p:cNvSpPr txBox="1"/>
            <p:nvPr/>
          </p:nvSpPr>
          <p:spPr>
            <a:xfrm>
              <a:off x="8332241" y="4389120"/>
              <a:ext cx="235069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CC5E1-7ACA-42C8-885A-4F284ADA120F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640080" y="1828800"/>
            <a:ext cx="10134295" cy="1005840"/>
            <a:chOff x="640080" y="1828800"/>
            <a:chExt cx="10134295" cy="1005840"/>
          </a:xfrm>
        </p:grpSpPr>
        <p:sp>
          <p:nvSpPr>
            <p:cNvPr id="7" name="줄 바탕"/>
            <p:cNvSpPr/>
            <p:nvPr/>
          </p:nvSpPr>
          <p:spPr>
            <a:xfrm>
              <a:off x="640080" y="1828800"/>
              <a:ext cx="10134295" cy="10058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103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64592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48056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663440" y="1874519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산책은 하루도 거르지 않기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640080" y="2971800"/>
            <a:ext cx="10134295" cy="1005840"/>
            <a:chOff x="640080" y="2971800"/>
            <a:chExt cx="10134295" cy="1005840"/>
          </a:xfrm>
        </p:grpSpPr>
        <p:sp>
          <p:nvSpPr>
            <p:cNvPr id="13" name="줄 바탕"/>
            <p:cNvSpPr/>
            <p:nvPr/>
          </p:nvSpPr>
          <p:spPr>
            <a:xfrm>
              <a:off x="640080" y="2971800"/>
              <a:ext cx="10134295" cy="10058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914400" y="3246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64592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448056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줄 내용"/>
            <p:cNvSpPr txBox="1"/>
            <p:nvPr/>
          </p:nvSpPr>
          <p:spPr>
            <a:xfrm>
              <a:off x="4663440" y="3017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건강 검진 날짜 챙기기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640080" y="4114800"/>
            <a:ext cx="10134295" cy="1005840"/>
            <a:chOff x="640080" y="4114800"/>
            <a:chExt cx="10134295" cy="1005840"/>
          </a:xfrm>
        </p:grpSpPr>
        <p:sp>
          <p:nvSpPr>
            <p:cNvPr id="19" name="줄 바탕"/>
            <p:cNvSpPr/>
            <p:nvPr/>
          </p:nvSpPr>
          <p:spPr>
            <a:xfrm>
              <a:off x="640080" y="4114800"/>
              <a:ext cx="10134295" cy="10058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914400" y="4389120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64592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448056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줄 내용"/>
            <p:cNvSpPr txBox="1"/>
            <p:nvPr/>
          </p:nvSpPr>
          <p:spPr>
            <a:xfrm>
              <a:off x="4663440" y="4160520"/>
              <a:ext cx="583661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많이 안아 주고 많이 칭찬하기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640080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640080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085234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85234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7530388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7530388" y="1828800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640080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0080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085234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085234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7530388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7530388" y="4101084"/>
            <a:ext cx="324398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7CD69-D35F-46F8-A33D-5416830E369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IMPERIAL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2CBBF-FE96-4D70-B87D-86C16A53638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IMPERIAL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반려동물과 함께 가족 소개">
  <a:themeElements>
    <a:clrScheme name="반려동물과 함께 가족 소개">
      <a:dk1>
        <a:srgbClr val="F9F6EE"/>
      </a:dk1>
      <a:lt1>
        <a:srgbClr val="251641"/>
      </a:lt1>
      <a:dk2>
        <a:srgbClr val="EADFC2"/>
      </a:dk2>
      <a:lt2>
        <a:srgbClr val="1B1030"/>
      </a:lt2>
      <a:accent1>
        <a:srgbClr val="C9A24B"/>
      </a:accent1>
      <a:accent2>
        <a:srgbClr val="8F6CD2"/>
      </a:accent2>
      <a:accent3>
        <a:srgbClr val="110A1E"/>
      </a:accent3>
      <a:accent4>
        <a:srgbClr val="311D56"/>
      </a:accent4>
      <a:accent5>
        <a:srgbClr val="D8B766"/>
      </a:accent5>
      <a:accent6>
        <a:srgbClr val="6C50A1"/>
      </a:accent6>
      <a:hlink>
        <a:srgbClr val="EADFC2"/>
      </a:hlink>
      <a:folHlink>
        <a:srgbClr val="110A1E"/>
      </a:folHlink>
    </a:clrScheme>
    <a:fontScheme name="반려동물과 함께 가족 소개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>반려동물과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