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B2A99F7-70DD-42D6-A8A2-965D70D67829}">
          <p14:sldIdLst>
            <p14:sldId id="256"/>
          </p14:sldIdLst>
        </p14:section>
        <p14:section name="본문" id="{A6694494-0F71-43BE-923A-176D1351DC16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96475F49-2BF9-4903-A322-F7A1BD0E9A56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3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B416F348-A61B-4884-866D-379ABE0CF269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3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99E067B8-9E3F-4EAA-9EA2-0A1B40F51226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D7F895DE-9DEC-4B84-8DD0-DE7A1E4D89F8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IMPERIAL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빨간 우체통 앞에서 기다리던 모습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반려동물과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1151839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151839" y="2057400"/>
            <a:ext cx="2171700" cy="2171700"/>
          </a:xfrm>
          <a:prstGeom prst="rect">
            <a:avLst/>
          </a:prstGeom>
        </p:spPr>
      </p:sp>
      <p:sp>
        <p:nvSpPr>
          <p:cNvPr id="19" name="사진 바탕 2"/>
          <p:cNvSpPr/>
          <p:nvPr/>
        </p:nvSpPr>
        <p:spPr>
          <a:xfrm>
            <a:off x="4621377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621377" y="2057400"/>
            <a:ext cx="2171700" cy="2171700"/>
          </a:xfrm>
          <a:prstGeom prst="rect">
            <a:avLst/>
          </a:prstGeom>
        </p:spPr>
      </p:sp>
      <p:sp>
        <p:nvSpPr>
          <p:cNvPr id="23" name="사진 바탕 3"/>
          <p:cNvSpPr/>
          <p:nvPr/>
        </p:nvSpPr>
        <p:spPr>
          <a:xfrm>
            <a:off x="8090916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90916" y="2057400"/>
            <a:ext cx="2171700" cy="2171700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2105A-FBA3-45A3-9211-2E5CE75A1210}" type="slidenum">
              <a:rPr lang="en-US"/>
              <a:t>‹#›</a:t>
            </a:fld>
            <a:endParaRPr lang="en-US"/>
          </a:p>
        </p:txBody>
      </p:sp>
      <p:sp>
        <p:nvSpPr>
          <p:cNvPr id="14" name="보호자 1 카드"/>
          <p:cNvSpPr/>
          <p:nvPr/>
        </p:nvSpPr>
        <p:spPr>
          <a:xfrm>
            <a:off x="640080" y="1828800"/>
            <a:ext cx="3195218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보호자 1 이름"/>
          <p:cNvSpPr txBox="1"/>
          <p:nvPr/>
        </p:nvSpPr>
        <p:spPr>
          <a:xfrm>
            <a:off x="640080" y="4320540"/>
            <a:ext cx="319521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1</a:t>
            </a:r>
          </a:p>
        </p:txBody>
      </p:sp>
      <p:sp>
        <p:nvSpPr>
          <p:cNvPr id="17" name="보호자 1 소개"/>
          <p:cNvSpPr txBox="1"/>
          <p:nvPr/>
        </p:nvSpPr>
        <p:spPr>
          <a:xfrm>
            <a:off x="731519" y="4777740"/>
            <a:ext cx="301233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반려동물에게 한마디</a:t>
            </a:r>
          </a:p>
        </p:txBody>
      </p:sp>
      <p:sp>
        <p:nvSpPr>
          <p:cNvPr id="18" name="보호자 2 카드"/>
          <p:cNvSpPr/>
          <p:nvPr/>
        </p:nvSpPr>
        <p:spPr>
          <a:xfrm>
            <a:off x="4109618" y="1828800"/>
            <a:ext cx="3195218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보호자 2 이름"/>
          <p:cNvSpPr txBox="1"/>
          <p:nvPr/>
        </p:nvSpPr>
        <p:spPr>
          <a:xfrm>
            <a:off x="4109618" y="4320540"/>
            <a:ext cx="319521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2</a:t>
            </a:r>
          </a:p>
        </p:txBody>
      </p:sp>
      <p:sp>
        <p:nvSpPr>
          <p:cNvPr id="21" name="보호자 2 소개"/>
          <p:cNvSpPr txBox="1"/>
          <p:nvPr/>
        </p:nvSpPr>
        <p:spPr>
          <a:xfrm>
            <a:off x="4201058" y="4777740"/>
            <a:ext cx="301233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반려동물에게 한마디</a:t>
            </a:r>
          </a:p>
        </p:txBody>
      </p:sp>
      <p:sp>
        <p:nvSpPr>
          <p:cNvPr id="22" name="우리 반려동물 카드"/>
          <p:cNvSpPr/>
          <p:nvPr/>
        </p:nvSpPr>
        <p:spPr>
          <a:xfrm>
            <a:off x="7579156" y="1828800"/>
            <a:ext cx="3195218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우리 반려동물 이름"/>
          <p:cNvSpPr txBox="1"/>
          <p:nvPr/>
        </p:nvSpPr>
        <p:spPr>
          <a:xfrm>
            <a:off x="7579156" y="4320540"/>
            <a:ext cx="319521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우리 반려동물</a:t>
            </a:r>
          </a:p>
        </p:txBody>
      </p:sp>
      <p:sp>
        <p:nvSpPr>
          <p:cNvPr id="25" name="우리 반려동물 소개"/>
          <p:cNvSpPr txBox="1"/>
          <p:nvPr/>
        </p:nvSpPr>
        <p:spPr>
          <a:xfrm>
            <a:off x="7670596" y="4777740"/>
            <a:ext cx="301233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특징 · 성격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8251A-32C0-43D4-9878-74D349EB3F20}" type="slidenum">
              <a:rPr lang="en-US"/>
              <a:t>‹#›</a:t>
            </a:fld>
            <a:endParaRPr lang="en-US"/>
          </a:p>
        </p:txBody>
      </p:sp>
      <p:cxnSp>
        <p:nvCxnSpPr>
          <p:cNvPr id="6" name="타임라인 선"/>
          <p:cNvCxnSpPr/>
          <p:nvPr/>
        </p:nvCxnSpPr>
        <p:spPr>
          <a:xfrm>
            <a:off x="640080" y="3493008"/>
            <a:ext cx="1013429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7" name="때 1"/>
          <p:cNvGrpSpPr/>
          <p:nvPr/>
        </p:nvGrpSpPr>
        <p:grpSpPr>
          <a:xfrm>
            <a:off x="685799" y="2651760"/>
            <a:ext cx="2442133" cy="3383280"/>
            <a:chOff x="685799" y="2651760"/>
            <a:chExt cx="2442133" cy="3383280"/>
          </a:xfrm>
        </p:grpSpPr>
        <p:sp>
          <p:nvSpPr>
            <p:cNvPr id="8" name="점"/>
            <p:cNvSpPr/>
            <p:nvPr/>
          </p:nvSpPr>
          <p:spPr>
            <a:xfrm>
              <a:off x="1705698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때"/>
            <p:cNvSpPr txBox="1"/>
            <p:nvPr/>
          </p:nvSpPr>
          <p:spPr>
            <a:xfrm>
              <a:off x="685799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10" name="제목"/>
            <p:cNvSpPr txBox="1"/>
            <p:nvPr/>
          </p:nvSpPr>
          <p:spPr>
            <a:xfrm>
              <a:off x="731519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인연</a:t>
              </a:r>
            </a:p>
          </p:txBody>
        </p:sp>
        <p:sp>
          <p:nvSpPr>
            <p:cNvPr id="11" name="내용"/>
            <p:cNvSpPr txBox="1"/>
            <p:nvPr/>
          </p:nvSpPr>
          <p:spPr>
            <a:xfrm>
              <a:off x="731519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입양하던 날의 이야기</a:t>
              </a:r>
            </a:p>
          </p:txBody>
        </p:sp>
      </p:grpSp>
      <p:grpSp>
        <p:nvGrpSpPr>
          <p:cNvPr id="12" name="때 2"/>
          <p:cNvGrpSpPr/>
          <p:nvPr/>
        </p:nvGrpSpPr>
        <p:grpSpPr>
          <a:xfrm>
            <a:off x="3219373" y="2651760"/>
            <a:ext cx="2442133" cy="3383280"/>
            <a:chOff x="3219373" y="2651760"/>
            <a:chExt cx="2442133" cy="3383280"/>
          </a:xfrm>
        </p:grpSpPr>
        <p:sp>
          <p:nvSpPr>
            <p:cNvPr id="13" name="점"/>
            <p:cNvSpPr/>
            <p:nvPr/>
          </p:nvSpPr>
          <p:spPr>
            <a:xfrm>
              <a:off x="4239272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때"/>
            <p:cNvSpPr txBox="1"/>
            <p:nvPr/>
          </p:nvSpPr>
          <p:spPr>
            <a:xfrm>
              <a:off x="3219373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산책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3265093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함께한 첫 걸음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3265093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7" name="때 3"/>
          <p:cNvGrpSpPr/>
          <p:nvPr/>
        </p:nvGrpSpPr>
        <p:grpSpPr>
          <a:xfrm>
            <a:off x="5752947" y="2651760"/>
            <a:ext cx="2442133" cy="3383280"/>
            <a:chOff x="5752947" y="2651760"/>
            <a:chExt cx="2442133" cy="3383280"/>
          </a:xfrm>
        </p:grpSpPr>
        <p:sp>
          <p:nvSpPr>
            <p:cNvPr id="18" name="점"/>
            <p:cNvSpPr/>
            <p:nvPr/>
          </p:nvSpPr>
          <p:spPr>
            <a:xfrm>
              <a:off x="6772846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때"/>
            <p:cNvSpPr txBox="1"/>
            <p:nvPr/>
          </p:nvSpPr>
          <p:spPr>
            <a:xfrm>
              <a:off x="5752947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가장 웃었던 날</a:t>
              </a:r>
            </a:p>
          </p:txBody>
        </p:sp>
        <p:sp>
          <p:nvSpPr>
            <p:cNvPr id="20" name="제목"/>
            <p:cNvSpPr txBox="1"/>
            <p:nvPr/>
          </p:nvSpPr>
          <p:spPr>
            <a:xfrm>
              <a:off x="5798667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잊지 못할 순간</a:t>
              </a:r>
            </a:p>
          </p:txBody>
        </p:sp>
        <p:sp>
          <p:nvSpPr>
            <p:cNvPr id="21" name="내용"/>
            <p:cNvSpPr txBox="1"/>
            <p:nvPr/>
          </p:nvSpPr>
          <p:spPr>
            <a:xfrm>
              <a:off x="5798667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사진으로 남겨 두세요</a:t>
              </a:r>
            </a:p>
          </p:txBody>
        </p:sp>
      </p:grpSp>
      <p:grpSp>
        <p:nvGrpSpPr>
          <p:cNvPr id="22" name="때 4"/>
          <p:cNvGrpSpPr/>
          <p:nvPr/>
        </p:nvGrpSpPr>
        <p:grpSpPr>
          <a:xfrm>
            <a:off x="8286521" y="2651760"/>
            <a:ext cx="2442133" cy="3383280"/>
            <a:chOff x="8286521" y="2651760"/>
            <a:chExt cx="2442133" cy="3383280"/>
          </a:xfrm>
        </p:grpSpPr>
        <p:sp>
          <p:nvSpPr>
            <p:cNvPr id="23" name="점"/>
            <p:cNvSpPr/>
            <p:nvPr/>
          </p:nvSpPr>
          <p:spPr>
            <a:xfrm>
              <a:off x="9306420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때"/>
            <p:cNvSpPr txBox="1"/>
            <p:nvPr/>
          </p:nvSpPr>
          <p:spPr>
            <a:xfrm>
              <a:off x="8286521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5" name="제목"/>
            <p:cNvSpPr txBox="1"/>
            <p:nvPr/>
          </p:nvSpPr>
          <p:spPr>
            <a:xfrm>
              <a:off x="8332241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6" name="내용"/>
            <p:cNvSpPr txBox="1"/>
            <p:nvPr/>
          </p:nvSpPr>
          <p:spPr>
            <a:xfrm>
              <a:off x="8332241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76152-B104-4BEB-AD59-1BC3B2C6E2A2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640080" y="1828800"/>
            <a:ext cx="10134295" cy="1005840"/>
            <a:chOff x="640080" y="1828800"/>
            <a:chExt cx="10134295" cy="1005840"/>
          </a:xfrm>
        </p:grpSpPr>
        <p:sp>
          <p:nvSpPr>
            <p:cNvPr id="7" name="줄 바탕"/>
            <p:cNvSpPr/>
            <p:nvPr/>
          </p:nvSpPr>
          <p:spPr>
            <a:xfrm>
              <a:off x="640080" y="1828800"/>
              <a:ext cx="10134295" cy="10058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103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64592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48056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663440" y="1874519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산책은 하루도 거르지 않기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640080" y="2971800"/>
            <a:ext cx="10134295" cy="1005840"/>
            <a:chOff x="640080" y="2971800"/>
            <a:chExt cx="10134295" cy="1005840"/>
          </a:xfrm>
        </p:grpSpPr>
        <p:sp>
          <p:nvSpPr>
            <p:cNvPr id="13" name="줄 바탕"/>
            <p:cNvSpPr/>
            <p:nvPr/>
          </p:nvSpPr>
          <p:spPr>
            <a:xfrm>
              <a:off x="640080" y="2971800"/>
              <a:ext cx="10134295" cy="10058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914400" y="3246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5" name="줄 제목"/>
            <p:cNvSpPr txBox="1"/>
            <p:nvPr/>
          </p:nvSpPr>
          <p:spPr>
            <a:xfrm>
              <a:off x="164592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448056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줄 내용"/>
            <p:cNvSpPr txBox="1"/>
            <p:nvPr/>
          </p:nvSpPr>
          <p:spPr>
            <a:xfrm>
              <a:off x="4663440" y="3017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건강 검진 날짜 챙기기</a:t>
              </a:r>
            </a:p>
          </p:txBody>
        </p:sp>
      </p:grpSp>
      <p:grpSp>
        <p:nvGrpSpPr>
          <p:cNvPr id="18" name="줄 3"/>
          <p:cNvGrpSpPr/>
          <p:nvPr/>
        </p:nvGrpSpPr>
        <p:grpSpPr>
          <a:xfrm>
            <a:off x="640080" y="4114800"/>
            <a:ext cx="10134295" cy="1005840"/>
            <a:chOff x="640080" y="4114800"/>
            <a:chExt cx="10134295" cy="1005840"/>
          </a:xfrm>
        </p:grpSpPr>
        <p:sp>
          <p:nvSpPr>
            <p:cNvPr id="19" name="줄 바탕"/>
            <p:cNvSpPr/>
            <p:nvPr/>
          </p:nvSpPr>
          <p:spPr>
            <a:xfrm>
              <a:off x="640080" y="4114800"/>
              <a:ext cx="10134295" cy="10058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914400" y="4389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1" name="줄 제목"/>
            <p:cNvSpPr txBox="1"/>
            <p:nvPr/>
          </p:nvSpPr>
          <p:spPr>
            <a:xfrm>
              <a:off x="164592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448056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줄 내용"/>
            <p:cNvSpPr txBox="1"/>
            <p:nvPr/>
          </p:nvSpPr>
          <p:spPr>
            <a:xfrm>
              <a:off x="4663440" y="4160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많이 안아 주고 많이 칭찬하기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4085234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85234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3"/>
          <p:cNvSpPr/>
          <p:nvPr/>
        </p:nvSpPr>
        <p:spPr>
          <a:xfrm>
            <a:off x="7530388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7530388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4"/>
          <p:cNvSpPr/>
          <p:nvPr/>
        </p:nvSpPr>
        <p:spPr>
          <a:xfrm>
            <a:off x="640080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0080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5"/>
          <p:cNvSpPr/>
          <p:nvPr/>
        </p:nvSpPr>
        <p:spPr>
          <a:xfrm>
            <a:off x="4085234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085234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9" name="사진 바탕 6"/>
          <p:cNvSpPr/>
          <p:nvPr/>
        </p:nvSpPr>
        <p:spPr>
          <a:xfrm>
            <a:off x="7530388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7530388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6EFFB-E061-4E52-BA63-7E00238B14E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91B7F-2403-4235-86A2-3BC79C127F6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IMPERIAL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반려동물과 함께 가족 소개">
  <a:themeElements>
    <a:clrScheme name="반려동물과 함께 가족 소개">
      <a:dk1>
        <a:srgbClr val="F9F6EE"/>
      </a:dk1>
      <a:lt1>
        <a:srgbClr val="251641"/>
      </a:lt1>
      <a:dk2>
        <a:srgbClr val="EADFC2"/>
      </a:dk2>
      <a:lt2>
        <a:srgbClr val="1B1030"/>
      </a:lt2>
      <a:accent1>
        <a:srgbClr val="C9A24B"/>
      </a:accent1>
      <a:accent2>
        <a:srgbClr val="8F6CD2"/>
      </a:accent2>
      <a:accent3>
        <a:srgbClr val="110A1E"/>
      </a:accent3>
      <a:accent4>
        <a:srgbClr val="311D56"/>
      </a:accent4>
      <a:accent5>
        <a:srgbClr val="D8B766"/>
      </a:accent5>
      <a:accent6>
        <a:srgbClr val="6C50A1"/>
      </a:accent6>
      <a:hlink>
        <a:srgbClr val="EADFC2"/>
      </a:hlink>
      <a:folHlink>
        <a:srgbClr val="110A1E"/>
      </a:folHlink>
    </a:clrScheme>
    <a:fontScheme name="반려동물과 함께 가족 소개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>반려동물과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