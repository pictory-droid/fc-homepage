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C192111-569E-4575-A562-6C9533EF13EA}">
          <p14:sldIdLst>
            <p14:sldId id="256"/>
          </p14:sldIdLst>
        </p14:section>
        <p14:section name="본문" id="{3EAECD8E-8EBF-4B29-84CC-460C49CF19D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A035676-72A1-4C93-A69E-51596AB2A93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F93273C-50C0-421D-B6AE-07C273516A49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94931" y="6234379"/>
            <a:ext cx="273176" cy="316338"/>
            <a:chOff x="594931" y="6234379"/>
            <a:chExt cx="273176" cy="316338"/>
          </a:xfrm>
        </p:grpSpPr>
        <p:sp>
          <p:nvSpPr>
            <p:cNvPr id="4" name="Oval 3"/>
            <p:cNvSpPr/>
            <p:nvPr/>
          </p:nvSpPr>
          <p:spPr>
            <a:xfrm>
              <a:off x="677113" y="62343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759294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727904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26322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4931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96315" y="63655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테마 장식"/>
          <p:cNvGrpSpPr/>
          <p:nvPr/>
        </p:nvGrpSpPr>
        <p:grpSpPr>
          <a:xfrm>
            <a:off x="11323586" y="6234379"/>
            <a:ext cx="273176" cy="316338"/>
            <a:chOff x="11323586" y="6234379"/>
            <a:chExt cx="273176" cy="316338"/>
          </a:xfrm>
        </p:grpSpPr>
        <p:sp>
          <p:nvSpPr>
            <p:cNvPr id="11" name="Oval 10"/>
            <p:cNvSpPr/>
            <p:nvPr/>
          </p:nvSpPr>
          <p:spPr>
            <a:xfrm>
              <a:off x="11405768" y="62343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4320000">
              <a:off x="11487949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 rot="8640000">
              <a:off x="11456559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12960000">
              <a:off x="11354977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17280000">
              <a:off x="11323586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1424970" y="63655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355DD55-4317-4C6B-85B0-3A1FC17FABE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94931" y="6234379"/>
            <a:ext cx="273176" cy="316338"/>
            <a:chOff x="594931" y="6234379"/>
            <a:chExt cx="273176" cy="316338"/>
          </a:xfrm>
        </p:grpSpPr>
        <p:sp>
          <p:nvSpPr>
            <p:cNvPr id="4" name="Oval 3"/>
            <p:cNvSpPr/>
            <p:nvPr/>
          </p:nvSpPr>
          <p:spPr>
            <a:xfrm>
              <a:off x="677113" y="62343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759294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727904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26322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4931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96315" y="63655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테마 장식"/>
          <p:cNvGrpSpPr/>
          <p:nvPr/>
        </p:nvGrpSpPr>
        <p:grpSpPr>
          <a:xfrm>
            <a:off x="11323586" y="6234379"/>
            <a:ext cx="273176" cy="316338"/>
            <a:chOff x="11323586" y="6234379"/>
            <a:chExt cx="273176" cy="316338"/>
          </a:xfrm>
        </p:grpSpPr>
        <p:sp>
          <p:nvSpPr>
            <p:cNvPr id="11" name="Oval 10"/>
            <p:cNvSpPr/>
            <p:nvPr/>
          </p:nvSpPr>
          <p:spPr>
            <a:xfrm>
              <a:off x="11405768" y="62343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4320000">
              <a:off x="11487949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 rot="8640000">
              <a:off x="11456559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12960000">
              <a:off x="11354977" y="63906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17280000">
              <a:off x="11323586" y="62940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1424970" y="63655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DAF6654-7E85-4314-AE15-448C1D79A4B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한지 등 아래서 졸던 모습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DCDA-01E8-4E4B-B5C4-4388500AF472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47917-5642-4484-9C88-071EA7AA7DE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57F85-A30E-4A28-8EF7-1423976DBFC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1DCC-F28A-4516-8EB6-A38F31C7CCD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693DE-BF53-4610-BA31-6E300FBB0C6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