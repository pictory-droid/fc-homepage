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4936634-68C4-4CF8-B6A1-5226232BC7C9}">
          <p14:sldIdLst>
            <p14:sldId id="256"/>
          </p14:sldIdLst>
        </p14:section>
        <p14:section name="본문" id="{243E59FF-F8B0-4C11-99D6-06CCA68B60B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2ADC5C3-7AF1-4D3B-B96C-0A2ADC24763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59B75FB5-428B-42DA-9C39-C357B9777FF5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37589EC9-F949-47B2-B983-7DB0B3EBFB4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98BB9E9-7784-4771-8EDC-A0B9F539701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대보름 달집 앞에서 혼자 적은 소원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203F2-BCEE-4929-9B12-4A9E2D1AB99A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7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8" name="내 공간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4417466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2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3" name="내 하루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위쪽 띠"/>
          <p:cNvSpPr/>
          <p:nvPr/>
        </p:nvSpPr>
        <p:spPr>
          <a:xfrm>
            <a:off x="8085124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7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8E6F-BE25-4ED6-B9C5-5046710B276E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태어난 곳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학창 시절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혼자 시작한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13041-A42D-45E9-9089-D0911E80690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971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4114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CDEA-0370-4D08-B59E-9C8BACF1B50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4B7D9-7405-4E6D-894C-DFFDECB843C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2B2724"/>
      </a:dk1>
      <a:lt1>
        <a:srgbClr val="FFFFFF"/>
      </a:lt1>
      <a:dk2>
        <a:srgbClr val="64503A"/>
      </a:dk2>
      <a:lt2>
        <a:srgbClr val="F7F4EB"/>
      </a:lt2>
      <a:accent1>
        <a:srgbClr val="CCBA89"/>
      </a:accent1>
      <a:accent2>
        <a:srgbClr val="BD928F"/>
      </a:accent2>
      <a:accent3>
        <a:srgbClr val="4E452C"/>
      </a:accent3>
      <a:accent4>
        <a:srgbClr val="EEE5CE"/>
      </a:accent4>
      <a:accent5>
        <a:srgbClr val="B1E0A3"/>
      </a:accent5>
      <a:accent6>
        <a:srgbClr val="E6BCC2"/>
      </a:accent6>
      <a:hlink>
        <a:srgbClr val="64503A"/>
      </a:hlink>
      <a:folHlink>
        <a:srgbClr val="4E452C"/>
      </a:folHlink>
    </a:clrScheme>
    <a:fontScheme name="나 혼자 · 1인 가구 가족 소개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