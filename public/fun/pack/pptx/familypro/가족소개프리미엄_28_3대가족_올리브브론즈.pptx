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E1D03929-AC73-4BD2-86A1-7169CB0081AF}">
          <p14:sldIdLst>
            <p14:sldId id="256"/>
          </p14:sldIdLst>
        </p14:section>
        <p14:section name="본문" id="{07ADFF93-91CA-42AF-9EE5-C07EB1328EF6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84B361C1-5090-4D81-96E3-8878059C4E42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자리의 아이콘을 눌러 가족 사진을 넣으세요. 이름·소개 글은 눌러서 고칩니다.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때·제목·내용을 고치세요. 단계는 복사해서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가족끼리 정한 약속을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가족에게 전하고 싶은 한마디를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sm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03" y="1874519"/>
            <a:ext cx="9265688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463003" y="2258568"/>
            <a:ext cx="9265688" cy="13716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463003" y="3703320"/>
            <a:ext cx="9265688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463003" y="4389120"/>
            <a:ext cx="9265688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리본 띠"/>
          <p:cNvSpPr/>
          <p:nvPr/>
        </p:nvSpPr>
        <p:spPr>
          <a:xfrm>
            <a:off x="0" y="2148839"/>
            <a:ext cx="12191695" cy="1527048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2212847"/>
            <a:ext cx="12191695" cy="0"/>
          </a:xfrm>
          <a:prstGeom prst="line">
            <a:avLst/>
          </a:prstGeom>
          <a:ln w="9525" cap="rnd">
            <a:solidFill>
              <a:srgbClr val="FFFFFF">
                <a:alpha val="45000"/>
              </a:srgbClr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0" y="3611879"/>
            <a:ext cx="12191695" cy="0"/>
          </a:xfrm>
          <a:prstGeom prst="line">
            <a:avLst/>
          </a:prstGeom>
          <a:ln w="9525" cap="rnd">
            <a:solidFill>
              <a:srgbClr val="FFFFFF">
                <a:alpha val="45000"/>
              </a:srgbClr>
            </a:solidFill>
          </a:ln>
        </p:spPr>
      </p:cxnSp>
      <p:sp>
        <p:nvSpPr>
          <p:cNvPr id="5" name="Diamond 4"/>
          <p:cNvSpPr/>
          <p:nvPr/>
        </p:nvSpPr>
        <p:spPr>
          <a:xfrm>
            <a:off x="457200" y="2820923"/>
            <a:ext cx="182880" cy="18288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11551615" y="2820923"/>
            <a:ext cx="182880" cy="18288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sm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802684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534204" y="502920"/>
            <a:ext cx="292597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BDC87457-90A2-4239-A91E-777480C17F2F}" type="slidenum">
              <a:rPr lang="en-US"/>
              <a:t>‹#›</a:t>
            </a:fld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gradFill rotWithShape="1">
            <a:gsLst>
              <a:gs pos="0">
                <a:schemeClr val="accent3"/>
              </a:gs>
              <a:gs pos="100000">
                <a:schemeClr val="tx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03" y="1874519"/>
            <a:ext cx="9265688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463003" y="2258568"/>
            <a:ext cx="9265688" cy="13716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463003" y="3703320"/>
            <a:ext cx="9265688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E0E0DC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463003" y="4389120"/>
            <a:ext cx="9265688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C4C3BC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리본 띠"/>
          <p:cNvSpPr/>
          <p:nvPr/>
        </p:nvSpPr>
        <p:spPr>
          <a:xfrm>
            <a:off x="0" y="2148839"/>
            <a:ext cx="12191695" cy="15270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2212847"/>
            <a:ext cx="12191695" cy="0"/>
          </a:xfrm>
          <a:prstGeom prst="line">
            <a:avLst/>
          </a:prstGeom>
          <a:ln w="9525" cap="rnd">
            <a:solidFill>
              <a:srgbClr val="FFFFFF">
                <a:alpha val="45000"/>
              </a:srgbClr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0" y="3611879"/>
            <a:ext cx="12191695" cy="0"/>
          </a:xfrm>
          <a:prstGeom prst="line">
            <a:avLst/>
          </a:prstGeom>
          <a:ln w="9525" cap="rnd">
            <a:solidFill>
              <a:srgbClr val="FFFFFF">
                <a:alpha val="45000"/>
              </a:srgbClr>
            </a:solidFill>
          </a:ln>
        </p:spPr>
      </p:cxnSp>
      <p:sp>
        <p:nvSpPr>
          <p:cNvPr id="5" name="Diamond 4"/>
          <p:cNvSpPr/>
          <p:nvPr/>
        </p:nvSpPr>
        <p:spPr>
          <a:xfrm>
            <a:off x="457200" y="2820923"/>
            <a:ext cx="182880" cy="18288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11551615" y="2820923"/>
            <a:ext cx="182880" cy="18288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sm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802684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534204" y="502920"/>
            <a:ext cx="292597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C3504322-0E6F-44EC-85AA-7DBB48BAA06E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gradFill rotWithShape="1">
            <a:gsLst>
              <a:gs pos="0">
                <a:schemeClr val="accent3"/>
              </a:gs>
              <a:gs pos="100000">
                <a:schemeClr val="tx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sm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73152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84386042-B44D-40A0-A427-0480297DFE58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gradFill rotWithShape="1">
            <a:gsLst>
              <a:gs pos="0">
                <a:schemeClr val="accent3"/>
              </a:gs>
              <a:gs pos="100000">
                <a:schemeClr val="tx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457200"/>
            <a:ext cx="12191695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BRONZE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가족을 소개합니다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감 따다 장대 들고 웃던 날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3대 가족 · 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구성원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MEMBERS</a:t>
            </a:r>
          </a:p>
        </p:txBody>
      </p:sp>
      <p:sp>
        <p:nvSpPr>
          <p:cNvPr id="15" name="사진 바탕 1"/>
          <p:cNvSpPr/>
          <p:nvPr/>
        </p:nvSpPr>
        <p:spPr>
          <a:xfrm>
            <a:off x="960120" y="2057400"/>
            <a:ext cx="1102309" cy="110230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960120" y="2057400"/>
            <a:ext cx="1102309" cy="1102309"/>
          </a:xfrm>
          <a:prstGeom prst="ellipse">
            <a:avLst/>
          </a:prstGeom>
        </p:spPr>
      </p:sp>
      <p:sp>
        <p:nvSpPr>
          <p:cNvPr id="20" name="사진 바탕 2"/>
          <p:cNvSpPr/>
          <p:nvPr/>
        </p:nvSpPr>
        <p:spPr>
          <a:xfrm>
            <a:off x="2793949" y="2057400"/>
            <a:ext cx="1102309" cy="110230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2793949" y="2057400"/>
            <a:ext cx="1102309" cy="1102309"/>
          </a:xfrm>
          <a:prstGeom prst="ellipse">
            <a:avLst/>
          </a:prstGeom>
        </p:spPr>
      </p:sp>
      <p:sp>
        <p:nvSpPr>
          <p:cNvPr id="25" name="사진 바탕 3"/>
          <p:cNvSpPr/>
          <p:nvPr/>
        </p:nvSpPr>
        <p:spPr>
          <a:xfrm>
            <a:off x="4627778" y="2057400"/>
            <a:ext cx="1102309" cy="110230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4627778" y="2057400"/>
            <a:ext cx="1102309" cy="1102309"/>
          </a:xfrm>
          <a:prstGeom prst="ellipse">
            <a:avLst/>
          </a:prstGeom>
        </p:spPr>
      </p:sp>
      <p:sp>
        <p:nvSpPr>
          <p:cNvPr id="30" name="사진 바탕 4"/>
          <p:cNvSpPr/>
          <p:nvPr/>
        </p:nvSpPr>
        <p:spPr>
          <a:xfrm>
            <a:off x="6461607" y="2057400"/>
            <a:ext cx="1102309" cy="110230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6461607" y="2057400"/>
            <a:ext cx="1102309" cy="1102309"/>
          </a:xfrm>
          <a:prstGeom prst="ellipse">
            <a:avLst/>
          </a:prstGeom>
        </p:spPr>
      </p:sp>
      <p:sp>
        <p:nvSpPr>
          <p:cNvPr id="35" name="사진 바탕 5"/>
          <p:cNvSpPr/>
          <p:nvPr/>
        </p:nvSpPr>
        <p:spPr>
          <a:xfrm>
            <a:off x="8295436" y="2057400"/>
            <a:ext cx="1102309" cy="110230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8295436" y="2057400"/>
            <a:ext cx="1102309" cy="1102309"/>
          </a:xfrm>
          <a:prstGeom prst="ellipse">
            <a:avLst/>
          </a:prstGeom>
        </p:spPr>
      </p:sp>
      <p:sp>
        <p:nvSpPr>
          <p:cNvPr id="40" name="사진 바탕 6"/>
          <p:cNvSpPr/>
          <p:nvPr/>
        </p:nvSpPr>
        <p:spPr>
          <a:xfrm>
            <a:off x="10129265" y="2057400"/>
            <a:ext cx="1102309" cy="110230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10129265" y="2057400"/>
            <a:ext cx="1102309" cy="1102309"/>
          </a:xfrm>
          <a:prstGeom prst="ellipse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A2A3-3DCE-4D5F-ACAD-FEE712FC3BE0}" type="slidenum">
              <a:rPr lang="en-US"/>
              <a:t>‹#›</a:t>
            </a:fld>
            <a:endParaRPr lang="en-US"/>
          </a:p>
        </p:txBody>
      </p:sp>
      <p:sp>
        <p:nvSpPr>
          <p:cNvPr id="13" name="할아버지 카드"/>
          <p:cNvSpPr/>
          <p:nvPr/>
        </p:nvSpPr>
        <p:spPr>
          <a:xfrm>
            <a:off x="731520" y="1828800"/>
            <a:ext cx="1559509" cy="320542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" name="윗선"/>
          <p:cNvSpPr/>
          <p:nvPr/>
        </p:nvSpPr>
        <p:spPr>
          <a:xfrm>
            <a:off x="731520" y="1828800"/>
            <a:ext cx="155950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할아버지 이름"/>
          <p:cNvSpPr txBox="1"/>
          <p:nvPr/>
        </p:nvSpPr>
        <p:spPr>
          <a:xfrm>
            <a:off x="731520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할아버지</a:t>
            </a:r>
          </a:p>
        </p:txBody>
      </p:sp>
      <p:sp>
        <p:nvSpPr>
          <p:cNvPr id="17" name="할아버지 소개"/>
          <p:cNvSpPr txBox="1"/>
          <p:nvPr/>
        </p:nvSpPr>
        <p:spPr>
          <a:xfrm>
            <a:off x="822960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성함 · 연세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좋아하시는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손주에게 한마디</a:t>
            </a:r>
          </a:p>
        </p:txBody>
      </p:sp>
      <p:sp>
        <p:nvSpPr>
          <p:cNvPr id="18" name="할머니 카드"/>
          <p:cNvSpPr/>
          <p:nvPr/>
        </p:nvSpPr>
        <p:spPr>
          <a:xfrm>
            <a:off x="2565349" y="1828800"/>
            <a:ext cx="1559509" cy="320542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윗선"/>
          <p:cNvSpPr/>
          <p:nvPr/>
        </p:nvSpPr>
        <p:spPr>
          <a:xfrm>
            <a:off x="2565349" y="1828800"/>
            <a:ext cx="155950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할머니 이름"/>
          <p:cNvSpPr txBox="1"/>
          <p:nvPr/>
        </p:nvSpPr>
        <p:spPr>
          <a:xfrm>
            <a:off x="2565349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할머니</a:t>
            </a:r>
          </a:p>
        </p:txBody>
      </p:sp>
      <p:sp>
        <p:nvSpPr>
          <p:cNvPr id="22" name="할머니 소개"/>
          <p:cNvSpPr txBox="1"/>
          <p:nvPr/>
        </p:nvSpPr>
        <p:spPr>
          <a:xfrm>
            <a:off x="2656789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성함 · 연세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좋아하시는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손주에게 한마디</a:t>
            </a:r>
          </a:p>
        </p:txBody>
      </p:sp>
      <p:sp>
        <p:nvSpPr>
          <p:cNvPr id="23" name="아빠 카드"/>
          <p:cNvSpPr/>
          <p:nvPr/>
        </p:nvSpPr>
        <p:spPr>
          <a:xfrm>
            <a:off x="4399178" y="1828800"/>
            <a:ext cx="1559509" cy="320542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4" name="윗선"/>
          <p:cNvSpPr/>
          <p:nvPr/>
        </p:nvSpPr>
        <p:spPr>
          <a:xfrm>
            <a:off x="4399178" y="1828800"/>
            <a:ext cx="155950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아빠 이름"/>
          <p:cNvSpPr txBox="1"/>
          <p:nvPr/>
        </p:nvSpPr>
        <p:spPr>
          <a:xfrm>
            <a:off x="4399178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아빠</a:t>
            </a:r>
          </a:p>
        </p:txBody>
      </p:sp>
      <p:sp>
        <p:nvSpPr>
          <p:cNvPr id="27" name="아빠 소개"/>
          <p:cNvSpPr txBox="1"/>
          <p:nvPr/>
        </p:nvSpPr>
        <p:spPr>
          <a:xfrm>
            <a:off x="4490618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  <p:sp>
        <p:nvSpPr>
          <p:cNvPr id="28" name="엄마 카드"/>
          <p:cNvSpPr/>
          <p:nvPr/>
        </p:nvSpPr>
        <p:spPr>
          <a:xfrm>
            <a:off x="6233007" y="1828800"/>
            <a:ext cx="1559509" cy="320542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9" name="윗선"/>
          <p:cNvSpPr/>
          <p:nvPr/>
        </p:nvSpPr>
        <p:spPr>
          <a:xfrm>
            <a:off x="6233007" y="1828800"/>
            <a:ext cx="155950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엄마 이름"/>
          <p:cNvSpPr txBox="1"/>
          <p:nvPr/>
        </p:nvSpPr>
        <p:spPr>
          <a:xfrm>
            <a:off x="6233007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엄마</a:t>
            </a:r>
          </a:p>
        </p:txBody>
      </p:sp>
      <p:sp>
        <p:nvSpPr>
          <p:cNvPr id="32" name="엄마 소개"/>
          <p:cNvSpPr txBox="1"/>
          <p:nvPr/>
        </p:nvSpPr>
        <p:spPr>
          <a:xfrm>
            <a:off x="6324447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  <p:sp>
        <p:nvSpPr>
          <p:cNvPr id="33" name="큰아이 카드"/>
          <p:cNvSpPr/>
          <p:nvPr/>
        </p:nvSpPr>
        <p:spPr>
          <a:xfrm>
            <a:off x="8066836" y="1828800"/>
            <a:ext cx="1559509" cy="320542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4" name="윗선"/>
          <p:cNvSpPr/>
          <p:nvPr/>
        </p:nvSpPr>
        <p:spPr>
          <a:xfrm>
            <a:off x="8066836" y="1828800"/>
            <a:ext cx="155950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큰아이 이름"/>
          <p:cNvSpPr txBox="1"/>
          <p:nvPr/>
        </p:nvSpPr>
        <p:spPr>
          <a:xfrm>
            <a:off x="8066836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큰아이</a:t>
            </a:r>
          </a:p>
        </p:txBody>
      </p:sp>
      <p:sp>
        <p:nvSpPr>
          <p:cNvPr id="37" name="큰아이 소개"/>
          <p:cNvSpPr txBox="1"/>
          <p:nvPr/>
        </p:nvSpPr>
        <p:spPr>
          <a:xfrm>
            <a:off x="8158276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한마디</a:t>
            </a:r>
          </a:p>
        </p:txBody>
      </p:sp>
      <p:sp>
        <p:nvSpPr>
          <p:cNvPr id="38" name="작은아이 카드"/>
          <p:cNvSpPr/>
          <p:nvPr/>
        </p:nvSpPr>
        <p:spPr>
          <a:xfrm>
            <a:off x="9900665" y="1828800"/>
            <a:ext cx="1559509" cy="320542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9" name="윗선"/>
          <p:cNvSpPr/>
          <p:nvPr/>
        </p:nvSpPr>
        <p:spPr>
          <a:xfrm>
            <a:off x="9900665" y="1828800"/>
            <a:ext cx="155950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작은아이 이름"/>
          <p:cNvSpPr txBox="1"/>
          <p:nvPr/>
        </p:nvSpPr>
        <p:spPr>
          <a:xfrm>
            <a:off x="9900665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작은아이</a:t>
            </a:r>
          </a:p>
        </p:txBody>
      </p:sp>
      <p:sp>
        <p:nvSpPr>
          <p:cNvPr id="42" name="작은아이 소개"/>
          <p:cNvSpPr txBox="1"/>
          <p:nvPr/>
        </p:nvSpPr>
        <p:spPr>
          <a:xfrm>
            <a:off x="9992105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한마디</a:t>
            </a:r>
          </a:p>
        </p:txBody>
      </p:sp>
    </p:spTree>
  </p:cSld>
  <p:clrMapOvr>
    <a:masterClrMapping/>
  </p:clrMapOvr>
  <p:transition spd="med">
    <p:pull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이야기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35143-249B-4A90-94B1-D1CFB33B040B}" type="slidenum">
              <a:rPr lang="en-US"/>
              <a:t>‹#›</a:t>
            </a:fld>
            <a:endParaRPr lang="en-US"/>
          </a:p>
        </p:txBody>
      </p:sp>
      <p:cxnSp>
        <p:nvCxnSpPr>
          <p:cNvPr id="5" name="타임라인 선"/>
          <p:cNvCxnSpPr/>
          <p:nvPr/>
        </p:nvCxnSpPr>
        <p:spPr>
          <a:xfrm>
            <a:off x="731520" y="3493008"/>
            <a:ext cx="10728655" cy="0"/>
          </a:xfrm>
          <a:prstGeom prst="line">
            <a:avLst/>
          </a:prstGeom>
          <a:ln w="12700" cap="rnd">
            <a:solidFill>
              <a:schemeClr val="accent5"/>
            </a:solidFill>
          </a:ln>
        </p:spPr>
      </p:cxnSp>
      <p:grpSp>
        <p:nvGrpSpPr>
          <p:cNvPr id="6" name="때 1"/>
          <p:cNvGrpSpPr/>
          <p:nvPr/>
        </p:nvGrpSpPr>
        <p:grpSpPr>
          <a:xfrm>
            <a:off x="777240" y="2651760"/>
            <a:ext cx="2590723" cy="3383280"/>
            <a:chOff x="777240" y="2651760"/>
            <a:chExt cx="2590723" cy="3383280"/>
          </a:xfrm>
        </p:grpSpPr>
        <p:sp>
          <p:nvSpPr>
            <p:cNvPr id="7" name="점"/>
            <p:cNvSpPr/>
            <p:nvPr/>
          </p:nvSpPr>
          <p:spPr>
            <a:xfrm>
              <a:off x="1871433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때"/>
            <p:cNvSpPr txBox="1"/>
            <p:nvPr/>
          </p:nvSpPr>
          <p:spPr>
            <a:xfrm>
              <a:off x="777240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할아버지 할머니의 이야기</a:t>
              </a:r>
            </a:p>
          </p:txBody>
        </p:sp>
        <p:sp>
          <p:nvSpPr>
            <p:cNvPr id="9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뿌리</a:t>
              </a:r>
            </a:p>
          </p:txBody>
        </p:sp>
        <p:sp>
          <p:nvSpPr>
            <p:cNvPr id="10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가족의 시작을 적어요</a:t>
              </a:r>
            </a:p>
          </p:txBody>
        </p:sp>
      </p:grpSp>
      <p:grpSp>
        <p:nvGrpSpPr>
          <p:cNvPr id="11" name="때 2"/>
          <p:cNvGrpSpPr/>
          <p:nvPr/>
        </p:nvGrpSpPr>
        <p:grpSpPr>
          <a:xfrm>
            <a:off x="3459403" y="2651760"/>
            <a:ext cx="2590723" cy="3383280"/>
            <a:chOff x="3459403" y="2651760"/>
            <a:chExt cx="2590723" cy="3383280"/>
          </a:xfrm>
        </p:grpSpPr>
        <p:sp>
          <p:nvSpPr>
            <p:cNvPr id="12" name="점"/>
            <p:cNvSpPr/>
            <p:nvPr/>
          </p:nvSpPr>
          <p:spPr>
            <a:xfrm>
              <a:off x="4553597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때"/>
            <p:cNvSpPr txBox="1"/>
            <p:nvPr/>
          </p:nvSpPr>
          <p:spPr>
            <a:xfrm>
              <a:off x="3459403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부모가 된 날</a:t>
              </a:r>
            </a:p>
          </p:txBody>
        </p:sp>
        <p:sp>
          <p:nvSpPr>
            <p:cNvPr id="14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새로운 가지</a:t>
              </a:r>
            </a:p>
          </p:txBody>
        </p:sp>
        <p:sp>
          <p:nvSpPr>
            <p:cNvPr id="15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그날의 기억을 적어요</a:t>
              </a:r>
            </a:p>
          </p:txBody>
        </p:sp>
      </p:grpSp>
      <p:grpSp>
        <p:nvGrpSpPr>
          <p:cNvPr id="16" name="때 3"/>
          <p:cNvGrpSpPr/>
          <p:nvPr/>
        </p:nvGrpSpPr>
        <p:grpSpPr>
          <a:xfrm>
            <a:off x="6141567" y="2651760"/>
            <a:ext cx="2590723" cy="3383280"/>
            <a:chOff x="6141567" y="2651760"/>
            <a:chExt cx="2590723" cy="3383280"/>
          </a:xfrm>
        </p:grpSpPr>
        <p:sp>
          <p:nvSpPr>
            <p:cNvPr id="17" name="점"/>
            <p:cNvSpPr/>
            <p:nvPr/>
          </p:nvSpPr>
          <p:spPr>
            <a:xfrm>
              <a:off x="7235761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때"/>
            <p:cNvSpPr txBox="1"/>
            <p:nvPr/>
          </p:nvSpPr>
          <p:spPr>
            <a:xfrm>
              <a:off x="6141567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온 가족 모임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한자리에 모인 날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가장 즐거웠던 명절</a:t>
              </a:r>
            </a:p>
          </p:txBody>
        </p:sp>
      </p:grpSp>
      <p:grpSp>
        <p:nvGrpSpPr>
          <p:cNvPr id="21" name="때 4"/>
          <p:cNvGrpSpPr/>
          <p:nvPr/>
        </p:nvGrpSpPr>
        <p:grpSpPr>
          <a:xfrm>
            <a:off x="8823731" y="2651760"/>
            <a:ext cx="2590723" cy="3383280"/>
            <a:chOff x="8823731" y="2651760"/>
            <a:chExt cx="2590723" cy="3383280"/>
          </a:xfrm>
        </p:grpSpPr>
        <p:sp>
          <p:nvSpPr>
            <p:cNvPr id="22" name="점"/>
            <p:cNvSpPr/>
            <p:nvPr/>
          </p:nvSpPr>
          <p:spPr>
            <a:xfrm>
              <a:off x="9917925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때"/>
            <p:cNvSpPr txBox="1"/>
            <p:nvPr/>
          </p:nvSpPr>
          <p:spPr>
            <a:xfrm>
              <a:off x="8823731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지금</a:t>
              </a:r>
            </a:p>
          </p:txBody>
        </p:sp>
        <p:sp>
          <p:nvSpPr>
            <p:cNvPr id="24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우리</a:t>
              </a:r>
            </a:p>
          </p:txBody>
        </p:sp>
        <p:sp>
          <p:nvSpPr>
            <p:cNvPr id="25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요즘 우리 이야기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가족의 약속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PROMISE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5C396-A0E4-42A3-BD23-F2480364A477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1005840"/>
            <a:chOff x="731520" y="1828800"/>
            <a:chExt cx="10728655" cy="1005840"/>
          </a:xfrm>
        </p:grpSpPr>
        <p:sp>
          <p:nvSpPr>
            <p:cNvPr id="6" name="줄 바탕"/>
            <p:cNvSpPr/>
            <p:nvPr/>
          </p:nvSpPr>
          <p:spPr>
            <a:xfrm>
              <a:off x="731520" y="1828800"/>
              <a:ext cx="10728655" cy="10058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윗선"/>
            <p:cNvSpPr/>
            <p:nvPr/>
          </p:nvSpPr>
          <p:spPr>
            <a:xfrm>
              <a:off x="731520" y="1828800"/>
              <a:ext cx="10728655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57400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FFFFFF"/>
                  </a:solidFill>
                </a:rPr>
                <a:t>1</a:t>
              </a:r>
            </a:p>
          </p:txBody>
        </p:sp>
        <p:sp>
          <p:nvSpPr>
            <p:cNvPr id="9" name="줄 제목"/>
            <p:cNvSpPr txBox="1"/>
            <p:nvPr/>
          </p:nvSpPr>
          <p:spPr>
            <a:xfrm>
              <a:off x="1737360" y="1874519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1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4572000" y="1993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줄 내용"/>
            <p:cNvSpPr txBox="1"/>
            <p:nvPr/>
          </p:nvSpPr>
          <p:spPr>
            <a:xfrm>
              <a:off x="4754880" y="1874519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명절에는 모두 한자리에 모이기</a:t>
              </a:r>
            </a:p>
          </p:txBody>
        </p:sp>
      </p:grpSp>
      <p:grpSp>
        <p:nvGrpSpPr>
          <p:cNvPr id="12" name="줄 2"/>
          <p:cNvGrpSpPr/>
          <p:nvPr/>
        </p:nvGrpSpPr>
        <p:grpSpPr>
          <a:xfrm>
            <a:off x="731520" y="2971800"/>
            <a:ext cx="10728655" cy="1005840"/>
            <a:chOff x="731520" y="2971800"/>
            <a:chExt cx="10728655" cy="1005840"/>
          </a:xfrm>
        </p:grpSpPr>
        <p:sp>
          <p:nvSpPr>
            <p:cNvPr id="13" name="줄 바탕"/>
            <p:cNvSpPr/>
            <p:nvPr/>
          </p:nvSpPr>
          <p:spPr>
            <a:xfrm>
              <a:off x="731520" y="2971800"/>
              <a:ext cx="10728655" cy="10058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윗선"/>
            <p:cNvSpPr/>
            <p:nvPr/>
          </p:nvSpPr>
          <p:spPr>
            <a:xfrm>
              <a:off x="731520" y="2971800"/>
              <a:ext cx="10728655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/>
            <p:nvPr/>
          </p:nvSpPr>
          <p:spPr>
            <a:xfrm>
              <a:off x="960120" y="3200400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FFFFFF"/>
                  </a:solidFill>
                </a:rPr>
                <a:t>2</a:t>
              </a:r>
            </a:p>
          </p:txBody>
        </p:sp>
        <p:sp>
          <p:nvSpPr>
            <p:cNvPr id="16" name="줄 제목"/>
            <p:cNvSpPr txBox="1"/>
            <p:nvPr/>
          </p:nvSpPr>
          <p:spPr>
            <a:xfrm>
              <a:off x="1737360" y="3017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2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4572000" y="3136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8" name="줄 내용"/>
            <p:cNvSpPr txBox="1"/>
            <p:nvPr/>
          </p:nvSpPr>
          <p:spPr>
            <a:xfrm>
              <a:off x="4754880" y="3017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어른께 먼저 안부 전하기</a:t>
              </a:r>
            </a:p>
          </p:txBody>
        </p:sp>
      </p:grpSp>
      <p:grpSp>
        <p:nvGrpSpPr>
          <p:cNvPr id="19" name="줄 3"/>
          <p:cNvGrpSpPr/>
          <p:nvPr/>
        </p:nvGrpSpPr>
        <p:grpSpPr>
          <a:xfrm>
            <a:off x="731520" y="4114800"/>
            <a:ext cx="10728655" cy="1005840"/>
            <a:chOff x="731520" y="4114800"/>
            <a:chExt cx="10728655" cy="1005840"/>
          </a:xfrm>
        </p:grpSpPr>
        <p:sp>
          <p:nvSpPr>
            <p:cNvPr id="20" name="줄 바탕"/>
            <p:cNvSpPr/>
            <p:nvPr/>
          </p:nvSpPr>
          <p:spPr>
            <a:xfrm>
              <a:off x="731520" y="4114800"/>
              <a:ext cx="10728655" cy="10058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윗선"/>
            <p:cNvSpPr/>
            <p:nvPr/>
          </p:nvSpPr>
          <p:spPr>
            <a:xfrm>
              <a:off x="731520" y="4114800"/>
              <a:ext cx="10728655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3"/>
            <p:cNvSpPr/>
            <p:nvPr/>
          </p:nvSpPr>
          <p:spPr>
            <a:xfrm>
              <a:off x="960120" y="4343400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FFFFFF"/>
                  </a:solidFill>
                </a:rPr>
                <a:t>3</a:t>
              </a:r>
            </a:p>
          </p:txBody>
        </p:sp>
        <p:sp>
          <p:nvSpPr>
            <p:cNvPr id="23" name="줄 제목"/>
            <p:cNvSpPr txBox="1"/>
            <p:nvPr/>
          </p:nvSpPr>
          <p:spPr>
            <a:xfrm>
              <a:off x="1737360" y="4160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3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4572000" y="4279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5" name="줄 내용"/>
            <p:cNvSpPr txBox="1"/>
            <p:nvPr/>
          </p:nvSpPr>
          <p:spPr>
            <a:xfrm>
              <a:off x="4754880" y="4160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한 달에 한 번 가족 식사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사진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ALBUM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698B2-E334-4C42-8F9A-0A5008825D6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ll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175E2-F171-4BB1-BCDD-234BE37AD42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ll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BRONZE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소개를 마칩니다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읽어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고맙습니다 · 가족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3대 가족 가족 소개">
  <a:themeElements>
    <a:clrScheme name="3대 가족 가족 소개">
      <a:dk1>
        <a:srgbClr val="484737"/>
      </a:dk1>
      <a:lt1>
        <a:srgbClr val="FCFBF9"/>
      </a:lt1>
      <a:dk2>
        <a:srgbClr val="302F14"/>
      </a:dk2>
      <a:lt2>
        <a:srgbClr val="F5F2E8"/>
      </a:lt2>
      <a:accent1>
        <a:srgbClr val="6D6A2E"/>
      </a:accent1>
      <a:accent2>
        <a:srgbClr val="B38B4D"/>
      </a:accent2>
      <a:accent3>
        <a:srgbClr val="727160"/>
      </a:accent3>
      <a:accent4>
        <a:srgbClr val="DAD7C3"/>
      </a:accent4>
      <a:accent5>
        <a:srgbClr val="B68F52"/>
      </a:accent5>
      <a:accent6>
        <a:srgbClr val="D1B993"/>
      </a:accent6>
      <a:hlink>
        <a:srgbClr val="302F14"/>
      </a:hlink>
      <a:folHlink>
        <a:srgbClr val="727160"/>
      </a:folHlink>
    </a:clrScheme>
    <a:fontScheme name="3대 가족 가족 소개">
      <a:majorFont>
        <a:latin typeface="Gill Sans MT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3대 가족 가족 소개</dc:title>
  <dc:subject>3대 가족 가족 소개 슬라이드</dc:subject>
  <dc:creator>우체국보험 상담 안내</dc:creator>
  <cp:keywords>가족,소개,PPT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