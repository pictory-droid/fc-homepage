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34C5180-3F00-4AC9-B0C8-325EE4A9867F}">
          <p14:sldIdLst>
            <p14:sldId id="256"/>
          </p14:sldIdLst>
        </p14:section>
        <p14:section name="본문" id="{1FBC6981-4B4F-4960-A9C2-382B8BEDA80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C0C825F2-BCCA-48DF-82F8-1E5F4577B3C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B1602D6-3B3E-4585-AC7E-A7DEEE119007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tx2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0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3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426754C-7A43-45CE-B4D8-3A07FED3E88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tx2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71230AC-0E8C-4A15-ABAF-2A0F6E91F47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tx2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감 따다 장대 들고 웃던 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2793949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ellipse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4627778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ellipse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6461607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ellipse">
            <a:avLst/>
          </a:prstGeom>
        </p:spPr>
      </p:sp>
      <p:sp>
        <p:nvSpPr>
          <p:cNvPr id="35" name="사진 바탕 5"/>
          <p:cNvSpPr/>
          <p:nvPr/>
        </p:nvSpPr>
        <p:spPr>
          <a:xfrm>
            <a:off x="8295436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ellipse">
            <a:avLst/>
          </a:prstGeom>
        </p:spPr>
      </p:sp>
      <p:sp>
        <p:nvSpPr>
          <p:cNvPr id="40" name="사진 바탕 6"/>
          <p:cNvSpPr/>
          <p:nvPr/>
        </p:nvSpPr>
        <p:spPr>
          <a:xfrm>
            <a:off x="10129265" y="2057400"/>
            <a:ext cx="1102309" cy="11023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4D57A-7AF0-4D0D-8CFE-A0F783CCB9BD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7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8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2565349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2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3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윗선"/>
          <p:cNvSpPr/>
          <p:nvPr/>
        </p:nvSpPr>
        <p:spPr>
          <a:xfrm>
            <a:off x="4399178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7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8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윗선"/>
          <p:cNvSpPr/>
          <p:nvPr/>
        </p:nvSpPr>
        <p:spPr>
          <a:xfrm>
            <a:off x="6233007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32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33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윗선"/>
          <p:cNvSpPr/>
          <p:nvPr/>
        </p:nvSpPr>
        <p:spPr>
          <a:xfrm>
            <a:off x="8066836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7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8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윗선"/>
          <p:cNvSpPr/>
          <p:nvPr/>
        </p:nvSpPr>
        <p:spPr>
          <a:xfrm>
            <a:off x="9900665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42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1532D-2F5B-41D1-A246-711379B9AEBE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할아버지 할머니의 이야기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부모가 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온 가족 모임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41262C-0F97-4154-BA79-B72530BB3C4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A67EB-3EBF-4241-AEE0-8A79D4213E6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303290-03B4-4237-919A-B0CCDBD81C9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484737"/>
      </a:dk1>
      <a:lt1>
        <a:srgbClr val="FCFBF9"/>
      </a:lt1>
      <a:dk2>
        <a:srgbClr val="302F14"/>
      </a:dk2>
      <a:lt2>
        <a:srgbClr val="F5F2E8"/>
      </a:lt2>
      <a:accent1>
        <a:srgbClr val="6D6A2E"/>
      </a:accent1>
      <a:accent2>
        <a:srgbClr val="B38B4D"/>
      </a:accent2>
      <a:accent3>
        <a:srgbClr val="727160"/>
      </a:accent3>
      <a:accent4>
        <a:srgbClr val="DAD7C3"/>
      </a:accent4>
      <a:accent5>
        <a:srgbClr val="B68F52"/>
      </a:accent5>
      <a:accent6>
        <a:srgbClr val="D1B993"/>
      </a:accent6>
      <a:hlink>
        <a:srgbClr val="302F14"/>
      </a:hlink>
      <a:folHlink>
        <a:srgbClr val="727160"/>
      </a:folHlink>
    </a:clrScheme>
    <a:fontScheme name="3대 가족 가족 소개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