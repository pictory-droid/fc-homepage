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1219169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시작" id="{19A7AC0D-2401-4B3E-9077-A4DF05AE15F5}">
          <p14:sldIdLst>
            <p14:sldId id="256"/>
          </p14:sldIdLst>
        </p14:section>
        <p14:section name="본문" id="{C1AF448E-CCAB-4F1D-AA5C-05B8684090EB}">
          <p14:sldIdLst>
            <p14:sldId id="257"/>
            <p14:sldId id="258"/>
            <p14:sldId id="259"/>
            <p14:sldId id="260"/>
            <p14:sldId id="261"/>
          </p14:sldIdLst>
        </p14:section>
        <p14:section name="마무리" id="{19F6365C-8693-4139-A6DE-868DDF3E0D3D}">
          <p14:sldIdLst>
            <p14:sldId id="262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표지입니다. 제목·글은 눌러서 바로 고치세요. 사진 자리는 가운데 아이콘을 누르면 사진을 넣을 수 있고, 모양에 맞춰 자동으로 잘려요.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사진 자리의 아이콘을 눌러 가족 사진을 넣으세요. 이름·소개 글은 눌러서 고칩니다.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때·제목·내용을 고치세요. 단계는 복사해서 늘릴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가족끼리 정한 약속을 적어 보세요.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사진 자리를 눌러 사진을 넣으세요.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가족에게 전하고 싶은 한마디를 적어 보세요.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글은 눌러서 바로 고치세요. 사진 자리는 가운데 아이콘을 누르면 사진을 넣을 수 있어요.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6095847" y="1965960"/>
            <a:ext cx="5120511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accent4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ctrTitle"/>
          </p:nvPr>
        </p:nvSpPr>
        <p:spPr>
          <a:xfrm>
            <a:off x="6095847" y="2350008"/>
            <a:ext cx="5120511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04000"/>
              </a:lnSpc>
              <a:spcBef>
                <a:spcPts val="0"/>
              </a:spcBef>
              <a:buNone/>
              <a:defRPr sz="4000" b="1" spc="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3" name="한 줄 문구"/>
          <p:cNvSpPr>
            <a:spLocks noGrp="1"/>
          </p:cNvSpPr>
          <p:nvPr>
            <p:ph type="subTitle" idx="1"/>
          </p:nvPr>
        </p:nvSpPr>
        <p:spPr>
          <a:xfrm>
            <a:off x="6095847" y="4023360"/>
            <a:ext cx="5120511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4" name="안내 문구"/>
          <p:cNvSpPr>
            <a:spLocks noGrp="1"/>
          </p:cNvSpPr>
          <p:nvPr>
            <p:ph type="body" sz="quarter" idx="11"/>
          </p:nvPr>
        </p:nvSpPr>
        <p:spPr>
          <a:xfrm>
            <a:off x="6095847" y="4800600"/>
            <a:ext cx="5120511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chemeClr val="accent4"/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큰 원"/>
          <p:cNvSpPr/>
          <p:nvPr/>
        </p:nvSpPr>
        <p:spPr>
          <a:xfrm>
            <a:off x="-1204008" y="-1097280"/>
            <a:ext cx="6309360" cy="6309360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안쪽 원"/>
          <p:cNvSpPr/>
          <p:nvPr/>
        </p:nvSpPr>
        <p:spPr>
          <a:xfrm>
            <a:off x="-175308" y="-68580"/>
            <a:ext cx="4251960" cy="4251960"/>
          </a:xfrm>
          <a:prstGeom prst="ellipse">
            <a:avLst/>
          </a:prstGeom>
          <a:solidFill>
            <a:schemeClr val="accent1">
              <a:alpha val="6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원 테두리"/>
          <p:cNvSpPr/>
          <p:nvPr/>
        </p:nvSpPr>
        <p:spPr>
          <a:xfrm>
            <a:off x="-792528" y="-685800"/>
            <a:ext cx="5486400" cy="5486400"/>
          </a:xfrm>
          <a:prstGeom prst="ellipse">
            <a:avLst/>
          </a:prstGeom>
          <a:noFill/>
          <a:ln w="12700">
            <a:solidFill>
              <a:schemeClr val="accent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작은 원"/>
          <p:cNvSpPr/>
          <p:nvPr/>
        </p:nvSpPr>
        <p:spPr>
          <a:xfrm>
            <a:off x="10484857" y="5760720"/>
            <a:ext cx="457200" cy="457200"/>
          </a:xfrm>
          <a:prstGeom prst="ellipse">
            <a:avLst/>
          </a:prstGeom>
          <a:solidFill>
            <a:schemeClr val="accent2">
              <a:alpha val="7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grpSp>
        <p:nvGrpSpPr>
          <p:cNvPr id="6" name="테마 장식"/>
          <p:cNvGrpSpPr/>
          <p:nvPr/>
        </p:nvGrpSpPr>
        <p:grpSpPr>
          <a:xfrm>
            <a:off x="1689152" y="1554480"/>
            <a:ext cx="523036" cy="1005840"/>
            <a:chOff x="1689152" y="1554480"/>
            <a:chExt cx="523036" cy="1005840"/>
          </a:xfrm>
        </p:grpSpPr>
        <p:sp>
          <p:nvSpPr>
            <p:cNvPr id="7" name="Rounded Rectangle 6"/>
            <p:cNvSpPr/>
            <p:nvPr/>
          </p:nvSpPr>
          <p:spPr>
            <a:xfrm>
              <a:off x="1689152" y="1675180"/>
              <a:ext cx="523036" cy="764438"/>
            </a:xfrm>
            <a:prstGeom prst="roundRect">
              <a:avLst>
                <a:gd name="adj" fmla="val 30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Rectangle 7"/>
            <p:cNvSpPr/>
            <p:nvPr/>
          </p:nvSpPr>
          <p:spPr>
            <a:xfrm>
              <a:off x="1809853" y="1554480"/>
              <a:ext cx="281635" cy="100584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" name="Rectangle 8"/>
            <p:cNvSpPr/>
            <p:nvPr/>
          </p:nvSpPr>
          <p:spPr>
            <a:xfrm>
              <a:off x="1809853" y="2459736"/>
              <a:ext cx="281635" cy="100584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731520" y="365760"/>
            <a:ext cx="1072865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731520" y="658368"/>
            <a:ext cx="10728655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28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731520" y="457200"/>
            <a:ext cx="914400" cy="457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1" spc="100">
                <a:solidFill>
                  <a:schemeClr val="tx2"/>
                </a:solidFill>
              </a:defRPr>
            </a:lvl1pPr>
          </a:lstStyle>
          <a:p>
            <a:fld id="{F3B316B1-918F-4E93-BE6A-64FBF404C930}" type="slidenum">
              <a:rPr lang="en-US"/>
              <a:t>‹#›</a:t>
            </a:fld>
          </a:p>
        </p:txBody>
      </p:sp>
      <p:cxnSp>
        <p:nvCxnSpPr>
          <p:cNvPr id="2" name="머리말 선"/>
          <p:cNvCxnSpPr/>
          <p:nvPr/>
        </p:nvCxnSpPr>
        <p:spPr>
          <a:xfrm>
            <a:off x="731520" y="1572768"/>
            <a:ext cx="10728655" cy="0"/>
          </a:xfrm>
          <a:prstGeom prst="line">
            <a:avLst/>
          </a:prstGeom>
          <a:ln w="12700" cap="rnd">
            <a:solidFill>
              <a:schemeClr val="accent4"/>
            </a:solidFill>
          </a:ln>
        </p:spPr>
      </p:cxnSp>
      <p:sp>
        <p:nvSpPr>
          <p:cNvPr id="3" name="쪽 번호 알약"/>
          <p:cNvSpPr/>
          <p:nvPr/>
        </p:nvSpPr>
        <p:spPr>
          <a:xfrm>
            <a:off x="685800" y="457200"/>
            <a:ext cx="1005840" cy="45720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  <a:effectLst>
            <a:outerShdw blurRad="76200" dist="19050" dir="5400000" algn="t" rotWithShape="0">
              <a:schemeClr val="tx2">
                <a:alpha val="8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grpSp>
        <p:nvGrpSpPr>
          <p:cNvPr id="4" name="테마 장식"/>
          <p:cNvGrpSpPr/>
          <p:nvPr/>
        </p:nvGrpSpPr>
        <p:grpSpPr>
          <a:xfrm>
            <a:off x="636422" y="6172200"/>
            <a:ext cx="190195" cy="365760"/>
            <a:chOff x="636422" y="6172200"/>
            <a:chExt cx="190195" cy="365760"/>
          </a:xfrm>
        </p:grpSpPr>
        <p:sp>
          <p:nvSpPr>
            <p:cNvPr id="5" name="Rounded Rectangle 4"/>
            <p:cNvSpPr/>
            <p:nvPr/>
          </p:nvSpPr>
          <p:spPr>
            <a:xfrm>
              <a:off x="636422" y="6216091"/>
              <a:ext cx="190195" cy="277977"/>
            </a:xfrm>
            <a:prstGeom prst="roundRect">
              <a:avLst>
                <a:gd name="adj" fmla="val 30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" name="Rectangle 5"/>
            <p:cNvSpPr/>
            <p:nvPr/>
          </p:nvSpPr>
          <p:spPr>
            <a:xfrm>
              <a:off x="680313" y="6172200"/>
              <a:ext cx="102412" cy="3657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Rectangle 6"/>
            <p:cNvSpPr/>
            <p:nvPr/>
          </p:nvSpPr>
          <p:spPr>
            <a:xfrm>
              <a:off x="680313" y="6501384"/>
              <a:ext cx="102412" cy="3657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마무리">
    <p:bg>
      <p:bgPr>
        <a:gradFill rotWithShape="1">
          <a:gsLst>
            <a:gs pos="0">
              <a:schemeClr val="bg2"/>
            </a:gs>
            <a:gs pos="100000">
              <a:schemeClr val="accent2">
                <a:lumMod val="20000"/>
                <a:lumOff val="80000"/>
              </a:schemeClr>
            </a:gs>
          </a:gsLst>
          <a:lin ang="2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6095847" y="1965960"/>
            <a:ext cx="5120511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6095847" y="2350008"/>
            <a:ext cx="5120511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04000"/>
              </a:lnSpc>
              <a:spcBef>
                <a:spcPts val="0"/>
              </a:spcBef>
              <a:buNone/>
              <a:defRPr sz="40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3" name="한 줄 문구"/>
          <p:cNvSpPr>
            <a:spLocks noGrp="1"/>
          </p:cNvSpPr>
          <p:nvPr>
            <p:ph type="subTitle" idx="1"/>
          </p:nvPr>
        </p:nvSpPr>
        <p:spPr>
          <a:xfrm>
            <a:off x="6095847" y="4023360"/>
            <a:ext cx="5120511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4" name="안내 문구"/>
          <p:cNvSpPr>
            <a:spLocks noGrp="1"/>
          </p:cNvSpPr>
          <p:nvPr>
            <p:ph type="body" sz="quarter" idx="11"/>
          </p:nvPr>
        </p:nvSpPr>
        <p:spPr>
          <a:xfrm>
            <a:off x="6095847" y="4800600"/>
            <a:ext cx="5120511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큰 원"/>
          <p:cNvSpPr/>
          <p:nvPr/>
        </p:nvSpPr>
        <p:spPr>
          <a:xfrm>
            <a:off x="-1204008" y="-1097280"/>
            <a:ext cx="6309360" cy="630936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안쪽 원"/>
          <p:cNvSpPr/>
          <p:nvPr/>
        </p:nvSpPr>
        <p:spPr>
          <a:xfrm>
            <a:off x="-175308" y="-68580"/>
            <a:ext cx="4251960" cy="4251960"/>
          </a:xfrm>
          <a:prstGeom prst="ellipse">
            <a:avLst/>
          </a:prstGeom>
          <a:solidFill>
            <a:schemeClr val="accent1">
              <a:alpha val="6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원 테두리"/>
          <p:cNvSpPr/>
          <p:nvPr/>
        </p:nvSpPr>
        <p:spPr>
          <a:xfrm>
            <a:off x="-792528" y="-685800"/>
            <a:ext cx="5486400" cy="5486400"/>
          </a:xfrm>
          <a:prstGeom prst="ellipse">
            <a:avLst/>
          </a:prstGeom>
          <a:noFill/>
          <a:ln w="12700">
            <a:solidFill>
              <a:schemeClr val="accent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작은 원"/>
          <p:cNvSpPr/>
          <p:nvPr/>
        </p:nvSpPr>
        <p:spPr>
          <a:xfrm>
            <a:off x="10484857" y="5760720"/>
            <a:ext cx="457200" cy="457200"/>
          </a:xfrm>
          <a:prstGeom prst="ellipse">
            <a:avLst/>
          </a:prstGeom>
          <a:solidFill>
            <a:schemeClr val="accent2">
              <a:alpha val="7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grpSp>
        <p:nvGrpSpPr>
          <p:cNvPr id="6" name="테마 장식"/>
          <p:cNvGrpSpPr/>
          <p:nvPr/>
        </p:nvGrpSpPr>
        <p:grpSpPr>
          <a:xfrm>
            <a:off x="1689152" y="1554480"/>
            <a:ext cx="523036" cy="1005840"/>
            <a:chOff x="1689152" y="1554480"/>
            <a:chExt cx="523036" cy="1005840"/>
          </a:xfrm>
        </p:grpSpPr>
        <p:sp>
          <p:nvSpPr>
            <p:cNvPr id="7" name="Rounded Rectangle 6"/>
            <p:cNvSpPr/>
            <p:nvPr/>
          </p:nvSpPr>
          <p:spPr>
            <a:xfrm>
              <a:off x="1689152" y="1675180"/>
              <a:ext cx="523036" cy="764438"/>
            </a:xfrm>
            <a:prstGeom prst="roundRect">
              <a:avLst>
                <a:gd name="adj" fmla="val 30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Rectangle 7"/>
            <p:cNvSpPr/>
            <p:nvPr/>
          </p:nvSpPr>
          <p:spPr>
            <a:xfrm>
              <a:off x="1809853" y="1554480"/>
              <a:ext cx="281635" cy="100584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" name="Rectangle 8"/>
            <p:cNvSpPr/>
            <p:nvPr/>
          </p:nvSpPr>
          <p:spPr>
            <a:xfrm>
              <a:off x="1809853" y="2459736"/>
              <a:ext cx="281635" cy="100584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 + 사진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731520" y="365760"/>
            <a:ext cx="1072865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731520" y="658368"/>
            <a:ext cx="10728655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28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731520" y="457200"/>
            <a:ext cx="914400" cy="457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1" spc="100">
                <a:solidFill>
                  <a:schemeClr val="tx2"/>
                </a:solidFill>
              </a:defRPr>
            </a:lvl1pPr>
          </a:lstStyle>
          <a:p>
            <a:fld id="{FCA683DC-451B-4E37-91DE-A0A04B598DB8}" type="slidenum">
              <a:rPr lang="en-US"/>
              <a:t>‹#›</a:t>
            </a:fld>
          </a:p>
        </p:txBody>
      </p:sp>
      <p:sp>
        <p:nvSpPr>
          <p:cNvPr id="104" name="사진 1"/>
          <p:cNvSpPr>
            <a:spLocks noGrp="1"/>
          </p:cNvSpPr>
          <p:nvPr>
            <p:ph type="pic" sz="quarter" idx="13"/>
          </p:nvPr>
        </p:nvSpPr>
        <p:spPr>
          <a:xfrm>
            <a:off x="7315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5" name="사진 2"/>
          <p:cNvSpPr>
            <a:spLocks noGrp="1"/>
          </p:cNvSpPr>
          <p:nvPr>
            <p:ph type="pic" sz="quarter" idx="14"/>
          </p:nvPr>
        </p:nvSpPr>
        <p:spPr>
          <a:xfrm>
            <a:off x="21031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6" name="사진 3"/>
          <p:cNvSpPr>
            <a:spLocks noGrp="1"/>
          </p:cNvSpPr>
          <p:nvPr>
            <p:ph type="pic" sz="quarter" idx="15"/>
          </p:nvPr>
        </p:nvSpPr>
        <p:spPr>
          <a:xfrm>
            <a:off x="34747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7" name="사진 4"/>
          <p:cNvSpPr>
            <a:spLocks noGrp="1"/>
          </p:cNvSpPr>
          <p:nvPr>
            <p:ph type="pic" sz="quarter" idx="16"/>
          </p:nvPr>
        </p:nvSpPr>
        <p:spPr>
          <a:xfrm>
            <a:off x="48463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8" name="사진 5"/>
          <p:cNvSpPr>
            <a:spLocks noGrp="1"/>
          </p:cNvSpPr>
          <p:nvPr>
            <p:ph type="pic" sz="quarter" idx="17"/>
          </p:nvPr>
        </p:nvSpPr>
        <p:spPr>
          <a:xfrm>
            <a:off x="7315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9" name="사진 6"/>
          <p:cNvSpPr>
            <a:spLocks noGrp="1"/>
          </p:cNvSpPr>
          <p:nvPr>
            <p:ph type="pic" sz="quarter" idx="18"/>
          </p:nvPr>
        </p:nvSpPr>
        <p:spPr>
          <a:xfrm>
            <a:off x="21031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0" name="사진 7"/>
          <p:cNvSpPr>
            <a:spLocks noGrp="1"/>
          </p:cNvSpPr>
          <p:nvPr>
            <p:ph type="pic" sz="quarter" idx="19"/>
          </p:nvPr>
        </p:nvSpPr>
        <p:spPr>
          <a:xfrm>
            <a:off x="34747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1" name="사진 8"/>
          <p:cNvSpPr>
            <a:spLocks noGrp="1"/>
          </p:cNvSpPr>
          <p:nvPr>
            <p:ph type="pic" sz="quarter" idx="20"/>
          </p:nvPr>
        </p:nvSpPr>
        <p:spPr>
          <a:xfrm>
            <a:off x="48463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cxnSp>
        <p:nvCxnSpPr>
          <p:cNvPr id="2" name="머리말 선"/>
          <p:cNvCxnSpPr/>
          <p:nvPr/>
        </p:nvCxnSpPr>
        <p:spPr>
          <a:xfrm>
            <a:off x="731520" y="1572768"/>
            <a:ext cx="10728655" cy="0"/>
          </a:xfrm>
          <a:prstGeom prst="line">
            <a:avLst/>
          </a:prstGeom>
          <a:ln w="12700" cap="rnd">
            <a:solidFill>
              <a:schemeClr val="accent4"/>
            </a:solidFill>
          </a:ln>
        </p:spPr>
      </p:cxnSp>
      <p:sp>
        <p:nvSpPr>
          <p:cNvPr id="3" name="쪽 번호 알약"/>
          <p:cNvSpPr/>
          <p:nvPr/>
        </p:nvSpPr>
        <p:spPr>
          <a:xfrm>
            <a:off x="685800" y="457200"/>
            <a:ext cx="1005840" cy="45720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  <a:effectLst>
            <a:outerShdw blurRad="76200" dist="19050" dir="5400000" algn="t" rotWithShape="0">
              <a:schemeClr val="tx2">
                <a:alpha val="8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grpSp>
        <p:nvGrpSpPr>
          <p:cNvPr id="4" name="테마 장식"/>
          <p:cNvGrpSpPr/>
          <p:nvPr/>
        </p:nvGrpSpPr>
        <p:grpSpPr>
          <a:xfrm>
            <a:off x="636422" y="6172200"/>
            <a:ext cx="190195" cy="365760"/>
            <a:chOff x="636422" y="6172200"/>
            <a:chExt cx="190195" cy="365760"/>
          </a:xfrm>
        </p:grpSpPr>
        <p:sp>
          <p:nvSpPr>
            <p:cNvPr id="5" name="Rounded Rectangle 4"/>
            <p:cNvSpPr/>
            <p:nvPr/>
          </p:nvSpPr>
          <p:spPr>
            <a:xfrm>
              <a:off x="636422" y="6216091"/>
              <a:ext cx="190195" cy="277977"/>
            </a:xfrm>
            <a:prstGeom prst="roundRect">
              <a:avLst>
                <a:gd name="adj" fmla="val 30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" name="Rectangle 5"/>
            <p:cNvSpPr/>
            <p:nvPr/>
          </p:nvSpPr>
          <p:spPr>
            <a:xfrm>
              <a:off x="680313" y="6172200"/>
              <a:ext cx="102412" cy="3657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Rectangle 6"/>
            <p:cNvSpPr/>
            <p:nvPr/>
          </p:nvSpPr>
          <p:spPr>
            <a:xfrm>
              <a:off x="680313" y="6501384"/>
              <a:ext cx="102412" cy="3657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한 문장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쪽 번호"/>
          <p:cNvSpPr>
            <a:spLocks noGrp="1"/>
          </p:cNvSpPr>
          <p:nvPr>
            <p:ph type="sldNum" sz="quarter" idx="12"/>
          </p:nvPr>
        </p:nvSpPr>
        <p:spPr>
          <a:xfrm>
            <a:off x="5638647" y="6309360"/>
            <a:ext cx="914400" cy="365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fld id="{BF71A9AD-63EE-40C2-9907-FBDEB2CE999C}" type="slidenum">
              <a:rPr lang="en-US"/>
              <a:t>‹#›</a:t>
            </a:fld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457200" y="384048"/>
            <a:ext cx="1127729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한 문장"/>
          <p:cNvSpPr>
            <a:spLocks noGrp="1"/>
          </p:cNvSpPr>
          <p:nvPr>
            <p:ph type="title"/>
          </p:nvPr>
        </p:nvSpPr>
        <p:spPr>
          <a:xfrm>
            <a:off x="1463003" y="2331720"/>
            <a:ext cx="9265688" cy="23317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30000"/>
              </a:lnSpc>
              <a:spcBef>
                <a:spcPts val="0"/>
              </a:spcBef>
              <a:buNone/>
              <a:defRPr sz="34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한 문장으로 말하면</a:t>
            </a:r>
          </a:p>
        </p:txBody>
      </p:sp>
      <p:grpSp>
        <p:nvGrpSpPr>
          <p:cNvPr id="2" name="따옴표 장식"/>
          <p:cNvGrpSpPr/>
          <p:nvPr/>
        </p:nvGrpSpPr>
        <p:grpSpPr>
          <a:xfrm>
            <a:off x="5437479" y="1371600"/>
            <a:ext cx="1316736" cy="548640"/>
            <a:chOff x="5437479" y="1371600"/>
            <a:chExt cx="1316736" cy="548640"/>
          </a:xfrm>
        </p:grpSpPr>
        <p:sp>
          <p:nvSpPr>
            <p:cNvPr id="3" name="따옴표 방울"/>
            <p:cNvSpPr/>
            <p:nvPr/>
          </p:nvSpPr>
          <p:spPr>
            <a:xfrm rot="16200000">
              <a:off x="5437479" y="1371600"/>
              <a:ext cx="548640" cy="548640"/>
            </a:xfrm>
            <a:prstGeom prst="teardrop">
              <a:avLst/>
            </a:prstGeom>
            <a:solidFill>
              <a:schemeClr val="accent1">
                <a:alpha val="75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" name="따옴표 방울"/>
            <p:cNvSpPr/>
            <p:nvPr/>
          </p:nvSpPr>
          <p:spPr>
            <a:xfrm rot="16200000">
              <a:off x="6205575" y="1371600"/>
              <a:ext cx="548640" cy="548640"/>
            </a:xfrm>
            <a:prstGeom prst="teardrop">
              <a:avLst/>
            </a:prstGeom>
            <a:solidFill>
              <a:schemeClr val="accent1">
                <a:alpha val="75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5" name="테마 장식"/>
          <p:cNvGrpSpPr/>
          <p:nvPr/>
        </p:nvGrpSpPr>
        <p:grpSpPr>
          <a:xfrm>
            <a:off x="5953201" y="5212080"/>
            <a:ext cx="285292" cy="548640"/>
            <a:chOff x="5953201" y="5212080"/>
            <a:chExt cx="285292" cy="548640"/>
          </a:xfrm>
        </p:grpSpPr>
        <p:sp>
          <p:nvSpPr>
            <p:cNvPr id="6" name="Rounded Rectangle 5"/>
            <p:cNvSpPr/>
            <p:nvPr/>
          </p:nvSpPr>
          <p:spPr>
            <a:xfrm>
              <a:off x="5953201" y="5277916"/>
              <a:ext cx="285292" cy="416966"/>
            </a:xfrm>
            <a:prstGeom prst="roundRect">
              <a:avLst>
                <a:gd name="adj" fmla="val 30000"/>
              </a:avLst>
            </a:prstGeom>
            <a:solidFill>
              <a:schemeClr val="accent4">
                <a:alpha val="7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Rectangle 6"/>
            <p:cNvSpPr/>
            <p:nvPr/>
          </p:nvSpPr>
          <p:spPr>
            <a:xfrm>
              <a:off x="6019038" y="5212080"/>
              <a:ext cx="153619" cy="54864"/>
            </a:xfrm>
            <a:prstGeom prst="rect">
              <a:avLst/>
            </a:prstGeom>
            <a:solidFill>
              <a:schemeClr val="accent1">
                <a:alpha val="7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Rectangle 7"/>
            <p:cNvSpPr/>
            <p:nvPr/>
          </p:nvSpPr>
          <p:spPr>
            <a:xfrm>
              <a:off x="6019038" y="5705856"/>
              <a:ext cx="153619" cy="54864"/>
            </a:xfrm>
            <a:prstGeom prst="rect">
              <a:avLst/>
            </a:prstGeom>
            <a:solidFill>
              <a:schemeClr val="accent1">
                <a:alpha val="7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4" r:id="rId6"/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WINTER  ·  FAMILY ALBUM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/>
              <a:t>우리 가족을 소개합니다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성탄 카드 부치러 간 우체국 앞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아이와 함께 · 0000. 00. 00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MEMBERS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가족 구성원</a:t>
            </a:r>
          </a:p>
        </p:txBody>
      </p:sp>
      <p:sp>
        <p:nvSpPr>
          <p:cNvPr id="14" name="사진 바탕 1"/>
          <p:cNvSpPr/>
          <p:nvPr/>
        </p:nvSpPr>
        <p:spPr>
          <a:xfrm>
            <a:off x="960120" y="2057400"/>
            <a:ext cx="2019223" cy="201922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</a:t>
            </a:r>
          </a:p>
        </p:txBody>
      </p:sp>
      <p:sp>
        <p:nvSpPr>
          <p:cNvPr id="4" name="Picture Placeholder 3" descr="사진 자리 — 아이콘을 누르면 사진을 넣을 수 있어요"/>
          <p:cNvSpPr>
            <a:spLocks noGrp="1"/>
          </p:cNvSpPr>
          <p:nvPr>
            <p:ph type="pic" idx="13" sz="quarter"/>
          </p:nvPr>
        </p:nvSpPr>
        <p:spPr>
          <a:xfrm>
            <a:off x="960120" y="2057400"/>
            <a:ext cx="2019223" cy="2019223"/>
          </a:xfrm>
          <a:prstGeom prst="ellipse">
            <a:avLst/>
          </a:prstGeom>
        </p:spPr>
      </p:sp>
      <p:sp>
        <p:nvSpPr>
          <p:cNvPr id="18" name="사진 바탕 2"/>
          <p:cNvSpPr/>
          <p:nvPr/>
        </p:nvSpPr>
        <p:spPr>
          <a:xfrm>
            <a:off x="3710863" y="2057400"/>
            <a:ext cx="2019223" cy="201922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</a:t>
            </a:r>
          </a:p>
        </p:txBody>
      </p:sp>
      <p:sp>
        <p:nvSpPr>
          <p:cNvPr id="5" name="Picture Placeholder 4" descr="사진 자리 — 아이콘을 누르면 사진을 넣을 수 있어요"/>
          <p:cNvSpPr>
            <a:spLocks noGrp="1"/>
          </p:cNvSpPr>
          <p:nvPr>
            <p:ph type="pic" idx="14" sz="quarter"/>
          </p:nvPr>
        </p:nvSpPr>
        <p:spPr>
          <a:xfrm>
            <a:off x="3710863" y="2057400"/>
            <a:ext cx="2019223" cy="2019223"/>
          </a:xfrm>
          <a:prstGeom prst="ellipse">
            <a:avLst/>
          </a:prstGeom>
        </p:spPr>
      </p:sp>
      <p:sp>
        <p:nvSpPr>
          <p:cNvPr id="22" name="사진 바탕 3"/>
          <p:cNvSpPr/>
          <p:nvPr/>
        </p:nvSpPr>
        <p:spPr>
          <a:xfrm>
            <a:off x="6461607" y="2057400"/>
            <a:ext cx="2019223" cy="201922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</a:t>
            </a:r>
          </a:p>
        </p:txBody>
      </p:sp>
      <p:sp>
        <p:nvSpPr>
          <p:cNvPr id="6" name="Picture Placeholder 5" descr="사진 자리 — 아이콘을 누르면 사진을 넣을 수 있어요"/>
          <p:cNvSpPr>
            <a:spLocks noGrp="1"/>
          </p:cNvSpPr>
          <p:nvPr>
            <p:ph type="pic" idx="15" sz="quarter"/>
          </p:nvPr>
        </p:nvSpPr>
        <p:spPr>
          <a:xfrm>
            <a:off x="6461607" y="2057400"/>
            <a:ext cx="2019223" cy="2019223"/>
          </a:xfrm>
          <a:prstGeom prst="ellipse">
            <a:avLst/>
          </a:prstGeom>
        </p:spPr>
      </p:sp>
      <p:sp>
        <p:nvSpPr>
          <p:cNvPr id="26" name="사진 바탕 4"/>
          <p:cNvSpPr/>
          <p:nvPr/>
        </p:nvSpPr>
        <p:spPr>
          <a:xfrm>
            <a:off x="9212351" y="2057400"/>
            <a:ext cx="2019223" cy="201922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</a:t>
            </a:r>
          </a:p>
        </p:txBody>
      </p:sp>
      <p:sp>
        <p:nvSpPr>
          <p:cNvPr id="7" name="Picture Placeholder 6" descr="사진 자리 — 아이콘을 누르면 사진을 넣을 수 있어요"/>
          <p:cNvSpPr>
            <a:spLocks noGrp="1"/>
          </p:cNvSpPr>
          <p:nvPr>
            <p:ph type="pic" idx="16" sz="quarter"/>
          </p:nvPr>
        </p:nvSpPr>
        <p:spPr>
          <a:xfrm>
            <a:off x="9212351" y="2057400"/>
            <a:ext cx="2019223" cy="2019223"/>
          </a:xfrm>
          <a:prstGeom prst="ellipse">
            <a:avLst/>
          </a:prstGeom>
        </p:spPr>
      </p:sp>
      <p:sp>
        <p:nvSpPr>
          <p:cNvPr id="12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8E56AF-FBB5-48EA-A99D-5EA329F1F6E0}" type="slidenum">
              <a:rPr lang="en-US"/>
              <a:t>‹#›</a:t>
            </a:fld>
            <a:endParaRPr lang="en-US"/>
          </a:p>
        </p:txBody>
      </p:sp>
      <p:sp>
        <p:nvSpPr>
          <p:cNvPr id="13" name="아빠 카드"/>
          <p:cNvSpPr/>
          <p:nvPr/>
        </p:nvSpPr>
        <p:spPr>
          <a:xfrm>
            <a:off x="731520" y="1828800"/>
            <a:ext cx="2476423" cy="4122343"/>
          </a:xfrm>
          <a:prstGeom prst="roundRect">
            <a:avLst>
              <a:gd name="adj" fmla="val 7000"/>
            </a:avLst>
          </a:prstGeom>
          <a:solidFill>
            <a:schemeClr val="bg1">
              <a:alpha val="55000"/>
            </a:schemeClr>
          </a:solidFill>
          <a:ln w="15875">
            <a:solidFill>
              <a:schemeClr val="accent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아빠 이름"/>
          <p:cNvSpPr txBox="1"/>
          <p:nvPr/>
        </p:nvSpPr>
        <p:spPr>
          <a:xfrm>
            <a:off x="731520" y="4168063"/>
            <a:ext cx="2476423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i="0" lang="ko-KR">
                <a:solidFill>
                  <a:schemeClr val="tx2"/>
                </a:solidFill>
                <a:latin typeface="+mj-lt"/>
                <a:ea typeface="+mj-ea"/>
              </a:rPr>
              <a:t>아빠</a:t>
            </a:r>
          </a:p>
        </p:txBody>
      </p:sp>
      <p:sp>
        <p:nvSpPr>
          <p:cNvPr id="16" name="아빠 소개"/>
          <p:cNvSpPr txBox="1"/>
          <p:nvPr/>
        </p:nvSpPr>
        <p:spPr>
          <a:xfrm>
            <a:off x="822960" y="4625263"/>
            <a:ext cx="2293543" cy="1234439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이름 · 나이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직업 · 취미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나의 한마디</a:t>
            </a:r>
          </a:p>
        </p:txBody>
      </p:sp>
      <p:sp>
        <p:nvSpPr>
          <p:cNvPr id="17" name="엄마 카드"/>
          <p:cNvSpPr/>
          <p:nvPr/>
        </p:nvSpPr>
        <p:spPr>
          <a:xfrm>
            <a:off x="3482263" y="1828800"/>
            <a:ext cx="2476423" cy="4122343"/>
          </a:xfrm>
          <a:prstGeom prst="roundRect">
            <a:avLst>
              <a:gd name="adj" fmla="val 7000"/>
            </a:avLst>
          </a:prstGeom>
          <a:solidFill>
            <a:schemeClr val="bg1">
              <a:alpha val="55000"/>
            </a:schemeClr>
          </a:solidFill>
          <a:ln w="15875">
            <a:solidFill>
              <a:schemeClr val="accent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엄마 이름"/>
          <p:cNvSpPr txBox="1"/>
          <p:nvPr/>
        </p:nvSpPr>
        <p:spPr>
          <a:xfrm>
            <a:off x="3482263" y="4168063"/>
            <a:ext cx="2476423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i="0" lang="ko-KR">
                <a:solidFill>
                  <a:schemeClr val="tx2"/>
                </a:solidFill>
                <a:latin typeface="+mj-lt"/>
                <a:ea typeface="+mj-ea"/>
              </a:rPr>
              <a:t>엄마</a:t>
            </a:r>
          </a:p>
        </p:txBody>
      </p:sp>
      <p:sp>
        <p:nvSpPr>
          <p:cNvPr id="20" name="엄마 소개"/>
          <p:cNvSpPr txBox="1"/>
          <p:nvPr/>
        </p:nvSpPr>
        <p:spPr>
          <a:xfrm>
            <a:off x="3573703" y="4625263"/>
            <a:ext cx="2293543" cy="1234439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이름 · 나이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직업 · 취미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나의 한마디</a:t>
            </a:r>
          </a:p>
        </p:txBody>
      </p:sp>
      <p:sp>
        <p:nvSpPr>
          <p:cNvPr id="21" name="첫째 카드"/>
          <p:cNvSpPr/>
          <p:nvPr/>
        </p:nvSpPr>
        <p:spPr>
          <a:xfrm>
            <a:off x="6233007" y="1828800"/>
            <a:ext cx="2476423" cy="4122343"/>
          </a:xfrm>
          <a:prstGeom prst="roundRect">
            <a:avLst>
              <a:gd name="adj" fmla="val 7000"/>
            </a:avLst>
          </a:prstGeom>
          <a:solidFill>
            <a:schemeClr val="bg1">
              <a:alpha val="55000"/>
            </a:schemeClr>
          </a:solidFill>
          <a:ln w="15875">
            <a:solidFill>
              <a:schemeClr val="accent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첫째 이름"/>
          <p:cNvSpPr txBox="1"/>
          <p:nvPr/>
        </p:nvSpPr>
        <p:spPr>
          <a:xfrm>
            <a:off x="6233007" y="4168063"/>
            <a:ext cx="2476423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i="0" lang="ko-KR">
                <a:solidFill>
                  <a:schemeClr val="tx2"/>
                </a:solidFill>
                <a:latin typeface="+mj-lt"/>
                <a:ea typeface="+mj-ea"/>
              </a:rPr>
              <a:t>첫째</a:t>
            </a:r>
          </a:p>
        </p:txBody>
      </p:sp>
      <p:sp>
        <p:nvSpPr>
          <p:cNvPr id="24" name="첫째 소개"/>
          <p:cNvSpPr txBox="1"/>
          <p:nvPr/>
        </p:nvSpPr>
        <p:spPr>
          <a:xfrm>
            <a:off x="6324447" y="4625263"/>
            <a:ext cx="2293543" cy="1234439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이름 · 나이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좋아하는 것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자라서 되고 싶은 것</a:t>
            </a:r>
          </a:p>
        </p:txBody>
      </p:sp>
      <p:sp>
        <p:nvSpPr>
          <p:cNvPr id="25" name="둘째 카드"/>
          <p:cNvSpPr/>
          <p:nvPr/>
        </p:nvSpPr>
        <p:spPr>
          <a:xfrm>
            <a:off x="8983751" y="1828800"/>
            <a:ext cx="2476423" cy="4122343"/>
          </a:xfrm>
          <a:prstGeom prst="roundRect">
            <a:avLst>
              <a:gd name="adj" fmla="val 7000"/>
            </a:avLst>
          </a:prstGeom>
          <a:solidFill>
            <a:schemeClr val="bg1">
              <a:alpha val="55000"/>
            </a:schemeClr>
          </a:solidFill>
          <a:ln w="15875">
            <a:solidFill>
              <a:schemeClr val="accent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둘째 이름"/>
          <p:cNvSpPr txBox="1"/>
          <p:nvPr/>
        </p:nvSpPr>
        <p:spPr>
          <a:xfrm>
            <a:off x="8983751" y="4168063"/>
            <a:ext cx="2476423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i="0" lang="ko-KR">
                <a:solidFill>
                  <a:schemeClr val="tx2"/>
                </a:solidFill>
                <a:latin typeface="+mj-lt"/>
                <a:ea typeface="+mj-ea"/>
              </a:rPr>
              <a:t>둘째</a:t>
            </a:r>
          </a:p>
        </p:txBody>
      </p:sp>
      <p:sp>
        <p:nvSpPr>
          <p:cNvPr id="28" name="둘째 소개"/>
          <p:cNvSpPr txBox="1"/>
          <p:nvPr/>
        </p:nvSpPr>
        <p:spPr>
          <a:xfrm>
            <a:off x="9075191" y="4625263"/>
            <a:ext cx="2293543" cy="1234439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이름 · 나이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좋아하는 것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자라서 되고 싶은 것</a:t>
            </a:r>
          </a:p>
        </p:txBody>
      </p:sp>
    </p:spTree>
  </p:cSld>
  <p:clrMapOvr>
    <a:masterClrMapping/>
  </p:clrMapOvr>
  <p:transition spd="med">
    <p:wedg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OUR STORY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우리 가족 이야기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29D17C-14E2-48BB-9AC3-E786DF19C512}" type="slidenum">
              <a:rPr lang="en-US"/>
              <a:t>‹#›</a:t>
            </a:fld>
            <a:endParaRPr lang="en-US"/>
          </a:p>
        </p:txBody>
      </p:sp>
      <p:grpSp>
        <p:nvGrpSpPr>
          <p:cNvPr id="5" name="때 1"/>
          <p:cNvGrpSpPr/>
          <p:nvPr/>
        </p:nvGrpSpPr>
        <p:grpSpPr>
          <a:xfrm>
            <a:off x="777240" y="3246120"/>
            <a:ext cx="2590723" cy="2788920"/>
            <a:chOff x="777240" y="3246120"/>
            <a:chExt cx="2590723" cy="2788920"/>
          </a:xfrm>
        </p:grpSpPr>
        <p:sp>
          <p:nvSpPr>
            <p:cNvPr id="6" name="단계 화살표"/>
            <p:cNvSpPr/>
            <p:nvPr/>
          </p:nvSpPr>
          <p:spPr>
            <a:xfrm>
              <a:off x="777240" y="3246120"/>
              <a:ext cx="2590723" cy="493776"/>
            </a:xfrm>
            <a:prstGeom prst="homePlate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1"/>
                  </a:solidFill>
                </a:rPr>
                <a:t>가족이 된 날</a:t>
              </a:r>
            </a:p>
          </p:txBody>
        </p:sp>
        <p:sp>
          <p:nvSpPr>
            <p:cNvPr id="7" name="제목"/>
            <p:cNvSpPr txBox="1"/>
            <p:nvPr/>
          </p:nvSpPr>
          <p:spPr>
            <a:xfrm>
              <a:off x="822960" y="3886200"/>
              <a:ext cx="249928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</a:rPr>
                <a:t>우리의 시작</a:t>
              </a:r>
            </a:p>
          </p:txBody>
        </p:sp>
        <p:sp>
          <p:nvSpPr>
            <p:cNvPr id="8" name="내용"/>
            <p:cNvSpPr txBox="1"/>
            <p:nvPr/>
          </p:nvSpPr>
          <p:spPr>
            <a:xfrm>
              <a:off x="822960" y="4389120"/>
              <a:ext cx="2499283" cy="164592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처음 만난 날의 이야기</a:t>
              </a:r>
            </a:p>
          </p:txBody>
        </p:sp>
      </p:grpSp>
      <p:grpSp>
        <p:nvGrpSpPr>
          <p:cNvPr id="9" name="때 2"/>
          <p:cNvGrpSpPr/>
          <p:nvPr/>
        </p:nvGrpSpPr>
        <p:grpSpPr>
          <a:xfrm>
            <a:off x="3459403" y="3246120"/>
            <a:ext cx="2590723" cy="2788920"/>
            <a:chOff x="3459403" y="3246120"/>
            <a:chExt cx="2590723" cy="2788920"/>
          </a:xfrm>
        </p:grpSpPr>
        <p:sp>
          <p:nvSpPr>
            <p:cNvPr id="10" name="단계 화살표"/>
            <p:cNvSpPr/>
            <p:nvPr/>
          </p:nvSpPr>
          <p:spPr>
            <a:xfrm>
              <a:off x="3459403" y="3246120"/>
              <a:ext cx="2590723" cy="493776"/>
            </a:xfrm>
            <a:prstGeom prst="homePlate">
              <a:avLst/>
            </a:prstGeom>
            <a:solidFill>
              <a:schemeClr val="accent2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1"/>
                  </a:solidFill>
                </a:rPr>
                <a:t>아이가 태어난 날</a:t>
              </a:r>
            </a:p>
          </p:txBody>
        </p:sp>
        <p:sp>
          <p:nvSpPr>
            <p:cNvPr id="11" name="제목"/>
            <p:cNvSpPr txBox="1"/>
            <p:nvPr/>
          </p:nvSpPr>
          <p:spPr>
            <a:xfrm>
              <a:off x="3505123" y="3886200"/>
              <a:ext cx="249928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</a:rPr>
                <a:t>새 식구</a:t>
              </a:r>
            </a:p>
          </p:txBody>
        </p:sp>
        <p:sp>
          <p:nvSpPr>
            <p:cNvPr id="12" name="내용"/>
            <p:cNvSpPr txBox="1"/>
            <p:nvPr/>
          </p:nvSpPr>
          <p:spPr>
            <a:xfrm>
              <a:off x="3505123" y="4389120"/>
              <a:ext cx="2499283" cy="164592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그날의 기억을 적어요</a:t>
              </a:r>
            </a:p>
          </p:txBody>
        </p:sp>
      </p:grpSp>
      <p:grpSp>
        <p:nvGrpSpPr>
          <p:cNvPr id="13" name="때 3"/>
          <p:cNvGrpSpPr/>
          <p:nvPr/>
        </p:nvGrpSpPr>
        <p:grpSpPr>
          <a:xfrm>
            <a:off x="6141567" y="3246120"/>
            <a:ext cx="2590723" cy="2788920"/>
            <a:chOff x="6141567" y="3246120"/>
            <a:chExt cx="2590723" cy="2788920"/>
          </a:xfrm>
        </p:grpSpPr>
        <p:sp>
          <p:nvSpPr>
            <p:cNvPr id="14" name="단계 화살표"/>
            <p:cNvSpPr/>
            <p:nvPr/>
          </p:nvSpPr>
          <p:spPr>
            <a:xfrm>
              <a:off x="6141567" y="3246120"/>
              <a:ext cx="2590723" cy="493776"/>
            </a:xfrm>
            <a:prstGeom prst="homePlate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1"/>
                  </a:solidFill>
                </a:rPr>
                <a:t>첫 가족 여행</a:t>
              </a:r>
            </a:p>
          </p:txBody>
        </p:sp>
        <p:sp>
          <p:nvSpPr>
            <p:cNvPr id="15" name="제목"/>
            <p:cNvSpPr txBox="1"/>
            <p:nvPr/>
          </p:nvSpPr>
          <p:spPr>
            <a:xfrm>
              <a:off x="6187287" y="3886200"/>
              <a:ext cx="249928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</a:rPr>
                <a:t>함께 떠난 길</a:t>
              </a:r>
            </a:p>
          </p:txBody>
        </p:sp>
        <p:sp>
          <p:nvSpPr>
            <p:cNvPr id="16" name="내용"/>
            <p:cNvSpPr txBox="1"/>
            <p:nvPr/>
          </p:nvSpPr>
          <p:spPr>
            <a:xfrm>
              <a:off x="6187287" y="4389120"/>
              <a:ext cx="2499283" cy="164592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가장 웃었던 순간</a:t>
              </a:r>
            </a:p>
          </p:txBody>
        </p:sp>
      </p:grpSp>
      <p:grpSp>
        <p:nvGrpSpPr>
          <p:cNvPr id="17" name="때 4"/>
          <p:cNvGrpSpPr/>
          <p:nvPr/>
        </p:nvGrpSpPr>
        <p:grpSpPr>
          <a:xfrm>
            <a:off x="8823731" y="3246120"/>
            <a:ext cx="2590723" cy="2788920"/>
            <a:chOff x="8823731" y="3246120"/>
            <a:chExt cx="2590723" cy="2788920"/>
          </a:xfrm>
        </p:grpSpPr>
        <p:sp>
          <p:nvSpPr>
            <p:cNvPr id="18" name="단계 화살표"/>
            <p:cNvSpPr/>
            <p:nvPr/>
          </p:nvSpPr>
          <p:spPr>
            <a:xfrm>
              <a:off x="8823731" y="3246120"/>
              <a:ext cx="2590723" cy="493776"/>
            </a:xfrm>
            <a:prstGeom prst="homePlate">
              <a:avLst/>
            </a:prstGeom>
            <a:solidFill>
              <a:schemeClr val="accent2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1"/>
                  </a:solidFill>
                </a:rPr>
                <a:t>지금</a:t>
              </a:r>
            </a:p>
          </p:txBody>
        </p:sp>
        <p:sp>
          <p:nvSpPr>
            <p:cNvPr id="19" name="제목"/>
            <p:cNvSpPr txBox="1"/>
            <p:nvPr/>
          </p:nvSpPr>
          <p:spPr>
            <a:xfrm>
              <a:off x="8869451" y="3886200"/>
              <a:ext cx="249928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</a:rPr>
                <a:t>오늘의 우리</a:t>
              </a:r>
            </a:p>
          </p:txBody>
        </p:sp>
        <p:sp>
          <p:nvSpPr>
            <p:cNvPr id="20" name="내용"/>
            <p:cNvSpPr txBox="1"/>
            <p:nvPr/>
          </p:nvSpPr>
          <p:spPr>
            <a:xfrm>
              <a:off x="8869451" y="4389120"/>
              <a:ext cx="2499283" cy="164592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요즘 우리 이야기</a:t>
              </a:r>
            </a:p>
          </p:txBody>
        </p:sp>
      </p:grpSp>
    </p:spTree>
  </p:cSld>
  <p:clrMapOvr>
    <a:masterClrMapping/>
  </p:clrMapOvr>
  <p:transition spd="med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350"/>
                            </p:stCondLst>
                            <p:childTnLst>
                              <p:par>
                                <p:cTn id="1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PROMISE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우리 가족의 약속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544123-2AC6-41A4-988F-6FB2F64B6E75}" type="slidenum">
              <a:rPr lang="en-US"/>
              <a:t>‹#›</a:t>
            </a:fld>
            <a:endParaRPr lang="en-US"/>
          </a:p>
        </p:txBody>
      </p:sp>
      <p:grpSp>
        <p:nvGrpSpPr>
          <p:cNvPr id="5" name="줄 1"/>
          <p:cNvGrpSpPr/>
          <p:nvPr/>
        </p:nvGrpSpPr>
        <p:grpSpPr>
          <a:xfrm>
            <a:off x="731520" y="1828800"/>
            <a:ext cx="10728655" cy="1005840"/>
            <a:chOff x="731520" y="1828800"/>
            <a:chExt cx="10728655" cy="1005840"/>
          </a:xfrm>
        </p:grpSpPr>
        <p:sp>
          <p:nvSpPr>
            <p:cNvPr id="6" name="줄 바탕"/>
            <p:cNvSpPr/>
            <p:nvPr/>
          </p:nvSpPr>
          <p:spPr>
            <a:xfrm>
              <a:off x="731520" y="1828800"/>
              <a:ext cx="10728655" cy="1005840"/>
            </a:xfrm>
            <a:prstGeom prst="roundRect">
              <a:avLst>
                <a:gd name="adj" fmla="val 7000"/>
              </a:avLst>
            </a:prstGeom>
            <a:solidFill>
              <a:schemeClr val="bg1">
                <a:alpha val="55000"/>
              </a:schemeClr>
            </a:solidFill>
            <a:ln w="15875">
              <a:solidFill>
                <a:schemeClr val="accent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번호 1"/>
            <p:cNvSpPr/>
            <p:nvPr/>
          </p:nvSpPr>
          <p:spPr>
            <a:xfrm>
              <a:off x="1005840" y="2103120"/>
              <a:ext cx="457200" cy="457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8" name="줄 제목"/>
            <p:cNvSpPr txBox="1"/>
            <p:nvPr/>
          </p:nvSpPr>
          <p:spPr>
            <a:xfrm>
              <a:off x="1737360" y="1874519"/>
              <a:ext cx="2926080" cy="91440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약속 1</a:t>
              </a:r>
            </a:p>
          </p:txBody>
        </p:sp>
        <p:sp>
          <p:nvSpPr>
            <p:cNvPr id="9" name="줄 내용"/>
            <p:cNvSpPr txBox="1"/>
            <p:nvPr/>
          </p:nvSpPr>
          <p:spPr>
            <a:xfrm>
              <a:off x="4754880" y="1874519"/>
              <a:ext cx="6430975" cy="91440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700" b="0" i="0" lang="ko-KR">
                  <a:solidFill>
                    <a:schemeClr val="tx1"/>
                  </a:solidFill>
                </a:rPr>
                <a:t>밥은 꼭 함께 먹기</a:t>
              </a:r>
            </a:p>
          </p:txBody>
        </p:sp>
      </p:grpSp>
      <p:grpSp>
        <p:nvGrpSpPr>
          <p:cNvPr id="10" name="줄 2"/>
          <p:cNvGrpSpPr/>
          <p:nvPr/>
        </p:nvGrpSpPr>
        <p:grpSpPr>
          <a:xfrm>
            <a:off x="731520" y="2971800"/>
            <a:ext cx="10728655" cy="1005840"/>
            <a:chOff x="731520" y="2971800"/>
            <a:chExt cx="10728655" cy="1005840"/>
          </a:xfrm>
        </p:grpSpPr>
        <p:sp>
          <p:nvSpPr>
            <p:cNvPr id="11" name="줄 바탕"/>
            <p:cNvSpPr/>
            <p:nvPr/>
          </p:nvSpPr>
          <p:spPr>
            <a:xfrm>
              <a:off x="731520" y="2971800"/>
              <a:ext cx="10728655" cy="1005840"/>
            </a:xfrm>
            <a:prstGeom prst="roundRect">
              <a:avLst>
                <a:gd name="adj" fmla="val 7000"/>
              </a:avLst>
            </a:prstGeom>
            <a:solidFill>
              <a:schemeClr val="bg1">
                <a:alpha val="55000"/>
              </a:schemeClr>
            </a:solidFill>
            <a:ln w="15875">
              <a:solidFill>
                <a:schemeClr val="accent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" name="번호 2"/>
            <p:cNvSpPr/>
            <p:nvPr/>
          </p:nvSpPr>
          <p:spPr>
            <a:xfrm>
              <a:off x="1005840" y="3246120"/>
              <a:ext cx="457200" cy="457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13" name="줄 제목"/>
            <p:cNvSpPr txBox="1"/>
            <p:nvPr/>
          </p:nvSpPr>
          <p:spPr>
            <a:xfrm>
              <a:off x="1737360" y="3017520"/>
              <a:ext cx="2926080" cy="91440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약속 2</a:t>
              </a:r>
            </a:p>
          </p:txBody>
        </p:sp>
        <p:sp>
          <p:nvSpPr>
            <p:cNvPr id="14" name="줄 내용"/>
            <p:cNvSpPr txBox="1"/>
            <p:nvPr/>
          </p:nvSpPr>
          <p:spPr>
            <a:xfrm>
              <a:off x="4754880" y="3017520"/>
              <a:ext cx="6430975" cy="91440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700" b="0" i="0" lang="ko-KR">
                  <a:solidFill>
                    <a:schemeClr val="tx1"/>
                  </a:solidFill>
                </a:rPr>
                <a:t>잠들기 전에 사랑한다고 말하기</a:t>
              </a:r>
            </a:p>
          </p:txBody>
        </p:sp>
      </p:grpSp>
      <p:grpSp>
        <p:nvGrpSpPr>
          <p:cNvPr id="15" name="줄 3"/>
          <p:cNvGrpSpPr/>
          <p:nvPr/>
        </p:nvGrpSpPr>
        <p:grpSpPr>
          <a:xfrm>
            <a:off x="731520" y="4114800"/>
            <a:ext cx="10728655" cy="1005840"/>
            <a:chOff x="731520" y="4114800"/>
            <a:chExt cx="10728655" cy="1005840"/>
          </a:xfrm>
        </p:grpSpPr>
        <p:sp>
          <p:nvSpPr>
            <p:cNvPr id="16" name="줄 바탕"/>
            <p:cNvSpPr/>
            <p:nvPr/>
          </p:nvSpPr>
          <p:spPr>
            <a:xfrm>
              <a:off x="731520" y="4114800"/>
              <a:ext cx="10728655" cy="1005840"/>
            </a:xfrm>
            <a:prstGeom prst="roundRect">
              <a:avLst>
                <a:gd name="adj" fmla="val 7000"/>
              </a:avLst>
            </a:prstGeom>
            <a:solidFill>
              <a:schemeClr val="bg1">
                <a:alpha val="55000"/>
              </a:schemeClr>
            </a:solidFill>
            <a:ln w="15875">
              <a:solidFill>
                <a:schemeClr val="accent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7" name="번호 3"/>
            <p:cNvSpPr/>
            <p:nvPr/>
          </p:nvSpPr>
          <p:spPr>
            <a:xfrm>
              <a:off x="1005840" y="4389120"/>
              <a:ext cx="457200" cy="457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1"/>
                  </a:solidFill>
                </a:rPr>
                <a:t>3</a:t>
              </a:r>
            </a:p>
          </p:txBody>
        </p:sp>
        <p:sp>
          <p:nvSpPr>
            <p:cNvPr id="18" name="줄 제목"/>
            <p:cNvSpPr txBox="1"/>
            <p:nvPr/>
          </p:nvSpPr>
          <p:spPr>
            <a:xfrm>
              <a:off x="1737360" y="4160520"/>
              <a:ext cx="2926080" cy="91440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약속 3</a:t>
              </a:r>
            </a:p>
          </p:txBody>
        </p:sp>
        <p:sp>
          <p:nvSpPr>
            <p:cNvPr id="19" name="줄 내용"/>
            <p:cNvSpPr txBox="1"/>
            <p:nvPr/>
          </p:nvSpPr>
          <p:spPr>
            <a:xfrm>
              <a:off x="4754880" y="4160520"/>
              <a:ext cx="6430975" cy="91440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700" b="0" i="0" lang="ko-KR">
                  <a:solidFill>
                    <a:schemeClr val="tx1"/>
                  </a:solidFill>
                </a:rPr>
                <a:t>주말에는 함께 산책하기</a:t>
              </a:r>
            </a:p>
          </p:txBody>
        </p:sp>
      </p:grpSp>
    </p:spTree>
  </p:cSld>
  <p:clrMapOvr>
    <a:masterClrMapping/>
  </p:clrMapOvr>
  <p:transition spd="med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ALBUM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가족 사진</a:t>
            </a:r>
          </a:p>
        </p:txBody>
      </p:sp>
      <p:sp>
        <p:nvSpPr>
          <p:cNvPr id="13" name="사진 바탕 1"/>
          <p:cNvSpPr/>
          <p:nvPr/>
        </p:nvSpPr>
        <p:spPr>
          <a:xfrm>
            <a:off x="731520" y="1828800"/>
            <a:ext cx="3442106" cy="2071116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1</a:t>
            </a:r>
          </a:p>
        </p:txBody>
      </p:sp>
      <p:sp>
        <p:nvSpPr>
          <p:cNvPr id="4" name="Picture Placeholder 3" descr="사진 자리 — 아이콘을 누르면 사진을 넣을 수 있어요"/>
          <p:cNvSpPr>
            <a:spLocks noGrp="1"/>
          </p:cNvSpPr>
          <p:nvPr>
            <p:ph type="pic" idx="13" sz="quarter"/>
          </p:nvPr>
        </p:nvSpPr>
        <p:spPr>
          <a:xfrm>
            <a:off x="731520" y="1828800"/>
            <a:ext cx="3442106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4" name="사진 바탕 2"/>
          <p:cNvSpPr/>
          <p:nvPr/>
        </p:nvSpPr>
        <p:spPr>
          <a:xfrm>
            <a:off x="4374794" y="1828800"/>
            <a:ext cx="3442106" cy="2071116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2</a:t>
            </a:r>
          </a:p>
        </p:txBody>
      </p:sp>
      <p:sp>
        <p:nvSpPr>
          <p:cNvPr id="5" name="Picture Placeholder 4" descr="사진 자리 — 아이콘을 누르면 사진을 넣을 수 있어요"/>
          <p:cNvSpPr>
            <a:spLocks noGrp="1"/>
          </p:cNvSpPr>
          <p:nvPr>
            <p:ph type="pic" idx="14" sz="quarter"/>
          </p:nvPr>
        </p:nvSpPr>
        <p:spPr>
          <a:xfrm>
            <a:off x="4374794" y="1828800"/>
            <a:ext cx="3442106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5" name="사진 바탕 3"/>
          <p:cNvSpPr/>
          <p:nvPr/>
        </p:nvSpPr>
        <p:spPr>
          <a:xfrm>
            <a:off x="8018068" y="1828800"/>
            <a:ext cx="3442106" cy="2071116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3</a:t>
            </a:r>
          </a:p>
        </p:txBody>
      </p:sp>
      <p:sp>
        <p:nvSpPr>
          <p:cNvPr id="6" name="Picture Placeholder 5" descr="사진 자리 — 아이콘을 누르면 사진을 넣을 수 있어요"/>
          <p:cNvSpPr>
            <a:spLocks noGrp="1"/>
          </p:cNvSpPr>
          <p:nvPr>
            <p:ph type="pic" idx="15" sz="quarter"/>
          </p:nvPr>
        </p:nvSpPr>
        <p:spPr>
          <a:xfrm>
            <a:off x="8018068" y="1828800"/>
            <a:ext cx="3442106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6" name="사진 바탕 4"/>
          <p:cNvSpPr/>
          <p:nvPr/>
        </p:nvSpPr>
        <p:spPr>
          <a:xfrm>
            <a:off x="731520" y="4101084"/>
            <a:ext cx="3442106" cy="2071116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4</a:t>
            </a:r>
          </a:p>
        </p:txBody>
      </p:sp>
      <p:sp>
        <p:nvSpPr>
          <p:cNvPr id="7" name="Picture Placeholder 6" descr="사진 자리 — 아이콘을 누르면 사진을 넣을 수 있어요"/>
          <p:cNvSpPr>
            <a:spLocks noGrp="1"/>
          </p:cNvSpPr>
          <p:nvPr>
            <p:ph type="pic" idx="16" sz="quarter"/>
          </p:nvPr>
        </p:nvSpPr>
        <p:spPr>
          <a:xfrm>
            <a:off x="731520" y="4101084"/>
            <a:ext cx="3442106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7" name="사진 바탕 5"/>
          <p:cNvSpPr/>
          <p:nvPr/>
        </p:nvSpPr>
        <p:spPr>
          <a:xfrm>
            <a:off x="4374794" y="4101084"/>
            <a:ext cx="3442106" cy="2071116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5</a:t>
            </a:r>
          </a:p>
        </p:txBody>
      </p:sp>
      <p:sp>
        <p:nvSpPr>
          <p:cNvPr id="8" name="Picture Placeholder 7" descr="사진 자리 — 아이콘을 누르면 사진을 넣을 수 있어요"/>
          <p:cNvSpPr>
            <a:spLocks noGrp="1"/>
          </p:cNvSpPr>
          <p:nvPr>
            <p:ph type="pic" idx="17" sz="quarter"/>
          </p:nvPr>
        </p:nvSpPr>
        <p:spPr>
          <a:xfrm>
            <a:off x="4374794" y="4101084"/>
            <a:ext cx="3442106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8" name="사진 바탕 6"/>
          <p:cNvSpPr/>
          <p:nvPr/>
        </p:nvSpPr>
        <p:spPr>
          <a:xfrm>
            <a:off x="8018068" y="4101084"/>
            <a:ext cx="3442106" cy="2071116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6</a:t>
            </a:r>
          </a:p>
        </p:txBody>
      </p:sp>
      <p:sp>
        <p:nvSpPr>
          <p:cNvPr id="9" name="Picture Placeholder 8" descr="사진 자리 — 아이콘을 누르면 사진을 넣을 수 있어요"/>
          <p:cNvSpPr>
            <a:spLocks noGrp="1"/>
          </p:cNvSpPr>
          <p:nvPr>
            <p:ph type="pic" idx="18" sz="quarter"/>
          </p:nvPr>
        </p:nvSpPr>
        <p:spPr>
          <a:xfrm>
            <a:off x="8018068" y="4101084"/>
            <a:ext cx="3442106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2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EAA7E7-BFFF-4AAE-A7F0-6EBC184DBA1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transition spd="med">
    <p:wedg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MESSAGE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가족에게 한마디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2CEB3-1DBF-4F31-A88B-2B1690342EA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transition spd="med">
    <p:wedg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WINTER  ·  FAMILY ALBUM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우리 가족 소개를 마칩니다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읽어 주셔서 고맙습니다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고맙습니다 · 가족 이름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아이와 함께 가족 소개">
  <a:themeElements>
    <a:clrScheme name="아이와 함께 가족 소개">
      <a:dk1>
        <a:srgbClr val="2B2724"/>
      </a:dk1>
      <a:lt1>
        <a:srgbClr val="FFFFFF"/>
      </a:lt1>
      <a:dk2>
        <a:srgbClr val="3A644F"/>
      </a:dk2>
      <a:lt2>
        <a:srgbClr val="EBF7EF"/>
      </a:lt2>
      <a:accent1>
        <a:srgbClr val="89CCA0"/>
      </a:accent1>
      <a:accent2>
        <a:srgbClr val="8FBDB5"/>
      </a:accent2>
      <a:accent3>
        <a:srgbClr val="2C4E37"/>
      </a:accent3>
      <a:accent4>
        <a:srgbClr val="CEEED9"/>
      </a:accent4>
      <a:accent5>
        <a:srgbClr val="A3CAE0"/>
      </a:accent5>
      <a:accent6>
        <a:srgbClr val="D2E6BC"/>
      </a:accent6>
      <a:hlink>
        <a:srgbClr val="3A644F"/>
      </a:hlink>
      <a:folHlink>
        <a:srgbClr val="2C4E37"/>
      </a:folHlink>
    </a:clrScheme>
    <a:fontScheme name="아이와 함께 가족 소개">
      <a:majorFont>
        <a:latin typeface="Constantia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아이와 함께 가족 소개</dc:title>
  <dc:subject>아이와 함께 가족 소개 슬라이드</dc:subject>
  <dc:creator>우체국보험 상담 안내</dc:creator>
  <cp:keywords>가족,소개,PPT</cp:keywords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템플릿</cp:category>
  <dc:language>ko-KR</dc:language>
</cp:coreProperties>
</file>