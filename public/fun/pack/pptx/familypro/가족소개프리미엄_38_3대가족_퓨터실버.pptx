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FE76876-E904-444D-B1D4-D43D339520AE}">
          <p14:sldIdLst>
            <p14:sldId id="256"/>
          </p14:sldIdLst>
        </p14:section>
        <p14:section name="본문" id="{C5297F1B-878F-455B-B7FB-5798010DCF8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58C50E2-4F43-4EB3-87E1-5A2F377423B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FD0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3A5A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tx2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89848CBA-65FA-4678-B8F2-A4DF4BC82006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18767DC-E49B-42F7-B1D8-A8A7B532B24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D20BE86-276A-4715-8571-B9FE2B7982A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군고구마 한 봉지 나눠 들고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5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40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A96FC-B700-4198-85BE-7221F47F9B79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7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8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2647645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2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3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4481474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7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8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안쪽 선"/>
          <p:cNvSpPr/>
          <p:nvPr/>
        </p:nvSpPr>
        <p:spPr>
          <a:xfrm>
            <a:off x="6315303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32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33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안쪽 선"/>
          <p:cNvSpPr/>
          <p:nvPr/>
        </p:nvSpPr>
        <p:spPr>
          <a:xfrm>
            <a:off x="8149132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7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8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안쪽 선"/>
          <p:cNvSpPr/>
          <p:nvPr/>
        </p:nvSpPr>
        <p:spPr>
          <a:xfrm>
            <a:off x="9982961" y="1911095"/>
            <a:ext cx="1394917" cy="3040837"/>
          </a:xfrm>
          <a:prstGeom prst="rect">
            <a:avLst/>
          </a:prstGeom>
          <a:noFill/>
          <a:ln w="6350">
            <a:solidFill>
              <a:schemeClr val="accent1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42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188E-838B-49E8-AABE-720E28D41C85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할아버지 할머니의 이야기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부모가 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온 가족 모임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AD2F1-DE00-4887-B51C-7BCD73809D0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1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D5F71-D8F7-4B7D-9995-224F2819E9D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24628-3CC2-4FF9-A40B-C0D2AA684E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24292E"/>
      </a:dk1>
      <a:lt1>
        <a:srgbClr val="FCFCFB"/>
      </a:lt1>
      <a:dk2>
        <a:srgbClr val="272E36"/>
      </a:dk2>
      <a:lt2>
        <a:srgbClr val="F3F3F2"/>
      </a:lt2>
      <a:accent1>
        <a:srgbClr val="6F7A86"/>
      </a:accent1>
      <a:accent2>
        <a:srgbClr val="A9B2BC"/>
      </a:accent2>
      <a:accent3>
        <a:srgbClr val="24292E"/>
      </a:accent3>
      <a:accent4>
        <a:srgbClr val="D9DBDC"/>
      </a:accent4>
      <a:accent5>
        <a:srgbClr val="B5BCC4"/>
      </a:accent5>
      <a:accent6>
        <a:srgbClr val="CACFD4"/>
      </a:accent6>
      <a:hlink>
        <a:srgbClr val="272E36"/>
      </a:hlink>
      <a:folHlink>
        <a:srgbClr val="24292E"/>
      </a:folHlink>
    </a:clrScheme>
    <a:fontScheme name="3대 가족 가족 소개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