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453050C-8D5E-4708-A7B5-FB3508F90E87}">
          <p14:sldIdLst>
            <p14:sldId id="256"/>
          </p14:sldIdLst>
        </p14:section>
        <p14:section name="본문" id="{A9E7A110-201A-4CBB-95F4-B5D7B3276BA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42FF20F-C033-47E4-941C-10FE96692DE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tx2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F3E897F-378F-4B2D-B52B-9ED655D47E48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accent1">
                <a:alpha val="68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37A5E16-6E6E-4810-88F9-18CFDC44F33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F964EC6-E4C4-499F-B920-FE51332669C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군고구마 한 봉지 나눠 들고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ect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ect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ect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ect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55CF-6DD2-4294-A1E7-AEDE186143B1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1394917" cy="3040837"/>
          </a:xfrm>
          <a:prstGeom prst="rect">
            <a:avLst/>
          </a:prstGeom>
          <a:noFill/>
          <a:ln w="6350">
            <a:solidFill>
              <a:schemeClr val="accent1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2647645" y="1911095"/>
            <a:ext cx="1394917" cy="3040837"/>
          </a:xfrm>
          <a:prstGeom prst="rect">
            <a:avLst/>
          </a:prstGeom>
          <a:noFill/>
          <a:ln w="6350">
            <a:solidFill>
              <a:schemeClr val="accent1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안쪽 선"/>
          <p:cNvSpPr/>
          <p:nvPr/>
        </p:nvSpPr>
        <p:spPr>
          <a:xfrm>
            <a:off x="4481474" y="1911095"/>
            <a:ext cx="1394917" cy="3040837"/>
          </a:xfrm>
          <a:prstGeom prst="rect">
            <a:avLst/>
          </a:prstGeom>
          <a:noFill/>
          <a:ln w="6350">
            <a:solidFill>
              <a:schemeClr val="accent1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안쪽 선"/>
          <p:cNvSpPr/>
          <p:nvPr/>
        </p:nvSpPr>
        <p:spPr>
          <a:xfrm>
            <a:off x="6315303" y="1911095"/>
            <a:ext cx="1394917" cy="3040837"/>
          </a:xfrm>
          <a:prstGeom prst="rect">
            <a:avLst/>
          </a:prstGeom>
          <a:noFill/>
          <a:ln w="6350">
            <a:solidFill>
              <a:schemeClr val="accent1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안쪽 선"/>
          <p:cNvSpPr/>
          <p:nvPr/>
        </p:nvSpPr>
        <p:spPr>
          <a:xfrm>
            <a:off x="8149132" y="1911095"/>
            <a:ext cx="1394917" cy="3040837"/>
          </a:xfrm>
          <a:prstGeom prst="rect">
            <a:avLst/>
          </a:prstGeom>
          <a:noFill/>
          <a:ln w="6350">
            <a:solidFill>
              <a:schemeClr val="accent1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안쪽 선"/>
          <p:cNvSpPr/>
          <p:nvPr/>
        </p:nvSpPr>
        <p:spPr>
          <a:xfrm>
            <a:off x="9982961" y="1911095"/>
            <a:ext cx="1394917" cy="3040837"/>
          </a:xfrm>
          <a:prstGeom prst="rect">
            <a:avLst/>
          </a:prstGeom>
          <a:noFill/>
          <a:ln w="6350">
            <a:solidFill>
              <a:schemeClr val="accent1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2BAE-680B-4246-8487-8099FAE7411E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2BCA-EC90-4A23-815E-DEF1BD8B16E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0D0E-B4BF-484E-BA25-DAEF1F9AD36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F283-67EA-4883-8D7E-C9963D56F5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