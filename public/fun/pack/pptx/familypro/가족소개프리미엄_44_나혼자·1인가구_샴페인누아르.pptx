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30A516F-0455-445E-BB66-35A8895AB3FB}">
          <p14:sldIdLst>
            <p14:sldId id="256"/>
          </p14:sldIdLst>
        </p14:section>
        <p14:section name="본문" id="{DDF8E3FD-5F02-4895-B53A-6A033532B80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D25D9B1-104F-4303-A125-D54C3C2B445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F17E42B-5FCF-42D9-B205-E4CD961D4FA3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DE0265E-349E-45D3-BD1B-2470459E222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9B8E913-E01D-4314-B81E-1F32DF5F4A6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대보름 달집 앞에서 혼자 적은 소원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7831-89E2-45F2-8BF9-62D026772843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6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요즘 관심사</a:t>
            </a:r>
          </a:p>
        </p:txBody>
      </p:sp>
      <p:sp>
        <p:nvSpPr>
          <p:cNvPr id="17" name="내 공간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0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나만의 규칙</a:t>
            </a:r>
          </a:p>
        </p:txBody>
      </p:sp>
      <p:sp>
        <p:nvSpPr>
          <p:cNvPr id="21" name="내 하루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4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4AC5-1DBE-4E54-8E3D-4257A41E74DC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540C-E89F-44F1-B98A-512B8F285E6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428B-462A-43C1-BDEF-55C65F1121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8711-8AF8-4F62-B2A3-99B132ECD2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FCF9F5"/>
      </a:dk1>
      <a:lt1>
        <a:srgbClr val="1F1D1C"/>
      </a:lt1>
      <a:dk2>
        <a:srgbClr val="F3EBDD"/>
      </a:dk2>
      <a:lt2>
        <a:srgbClr val="131211"/>
      </a:lt2>
      <a:accent1>
        <a:srgbClr val="D9C39A"/>
      </a:accent1>
      <a:accent2>
        <a:srgbClr val="A58D68"/>
      </a:accent2>
      <a:accent3>
        <a:srgbClr val="0C0B0B"/>
      </a:accent3>
      <a:accent4>
        <a:srgbClr val="2E2C29"/>
      </a:accent4>
      <a:accent5>
        <a:srgbClr val="E6D3AB"/>
      </a:accent5>
      <a:accent6>
        <a:srgbClr val="79684E"/>
      </a:accent6>
      <a:hlink>
        <a:srgbClr val="F3EBDD"/>
      </a:hlink>
      <a:folHlink>
        <a:srgbClr val="0C0B0B"/>
      </a:folHlink>
    </a:clrScheme>
    <a:fontScheme name="나 혼자 · 1인 가구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