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A2C5D937-A128-4DE2-969B-0B7C2A4D3A56}">
          <p14:sldIdLst>
            <p14:sldId id="256"/>
          </p14:sldIdLst>
        </p14:section>
        <p14:section name="본문" id="{D549AE16-DD6C-47F8-BAED-111C7E65E762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0A147A5A-9CB0-41D6-9805-73F5B7364E62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자리의 아이콘을 눌러 가족 사진을 넣으세요. 이름·소개 글은 눌러서 고칩니다.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때·제목·내용을 고치세요. 단계는 복사해서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가족끼리 정한 약속을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가족에게 전하고 싶은 한마디를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706837" y="1645920"/>
            <a:ext cx="87780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706837" y="2029968"/>
            <a:ext cx="8778020" cy="14630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CF9F5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706837" y="3566160"/>
            <a:ext cx="8778020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BB8B5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706837" y="4251960"/>
            <a:ext cx="877802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88583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바깥 선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475488" y="475488"/>
            <a:ext cx="11240719" cy="590702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10311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761927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10311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761927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48375" y="795528"/>
            <a:ext cx="694944" cy="694944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모노그램"/>
          <p:cNvGrpSpPr/>
          <p:nvPr/>
        </p:nvGrpSpPr>
        <p:grpSpPr>
          <a:xfrm>
            <a:off x="6000750" y="1047902"/>
            <a:ext cx="190195" cy="190195"/>
            <a:chOff x="6000750" y="1047902"/>
            <a:chExt cx="190195" cy="190195"/>
          </a:xfrm>
        </p:grpSpPr>
        <p:sp>
          <p:nvSpPr>
            <p:cNvPr id="10" name="Diamond 9"/>
            <p:cNvSpPr/>
            <p:nvPr/>
          </p:nvSpPr>
          <p:spPr>
            <a:xfrm>
              <a:off x="6000750" y="1047902"/>
              <a:ext cx="190195" cy="190195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11" name="Connector 10"/>
          <p:cNvCxnSpPr/>
          <p:nvPr/>
        </p:nvCxnSpPr>
        <p:spPr>
          <a:xfrm flipH="1">
            <a:off x="390128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659876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92656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1AC4D47F-5502-4823-88AF-B6E4C4D3DA0F}" type="slidenum">
              <a:rPr lang="en-US"/>
              <a:t>‹#›</a:t>
            </a:fld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463280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27872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6036411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706837" y="1645920"/>
            <a:ext cx="87780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706837" y="2029968"/>
            <a:ext cx="8778020" cy="14630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CF9F5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706837" y="3566160"/>
            <a:ext cx="8778020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BB8B5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706837" y="4251960"/>
            <a:ext cx="877802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88583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바깥 선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475488" y="475488"/>
            <a:ext cx="11240719" cy="590702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10311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761927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10311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761927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48375" y="795528"/>
            <a:ext cx="694944" cy="694944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모노그램"/>
          <p:cNvGrpSpPr/>
          <p:nvPr/>
        </p:nvGrpSpPr>
        <p:grpSpPr>
          <a:xfrm>
            <a:off x="6000750" y="1047902"/>
            <a:ext cx="190195" cy="190195"/>
            <a:chOff x="6000750" y="1047902"/>
            <a:chExt cx="190195" cy="190195"/>
          </a:xfrm>
        </p:grpSpPr>
        <p:sp>
          <p:nvSpPr>
            <p:cNvPr id="10" name="Diamond 9"/>
            <p:cNvSpPr/>
            <p:nvPr/>
          </p:nvSpPr>
          <p:spPr>
            <a:xfrm>
              <a:off x="6000750" y="1047902"/>
              <a:ext cx="190195" cy="190195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11" name="Connector 10"/>
          <p:cNvCxnSpPr/>
          <p:nvPr/>
        </p:nvCxnSpPr>
        <p:spPr>
          <a:xfrm flipH="1">
            <a:off x="390128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659876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92656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32A79859-06E7-4EEF-8D51-505DBC583A7C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463280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27872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6036411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B3336537-4FBF-4F76-9C6E-0CFA2E6DEEDB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16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17" name="Diamond 16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9" name="Connector 18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20" name="Connector 19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1" name="Diamond 20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NOIR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가족을 소개합니다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대보름 달집 앞에서 혼자 적은 소원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나 혼자 · 1인 가구 · 날짜 입력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구성원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1342339" y="2057400"/>
            <a:ext cx="2171700" cy="2171700"/>
          </a:xfrm>
          <a:prstGeom prst="ellipse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1342339" y="2057400"/>
            <a:ext cx="2171700" cy="2171700"/>
          </a:xfrm>
          <a:prstGeom prst="ellipse">
            <a:avLst/>
          </a:prstGeom>
        </p:spPr>
      </p:sp>
      <p:sp>
        <p:nvSpPr>
          <p:cNvPr id="18" name="사진 바탕 2"/>
          <p:cNvSpPr/>
          <p:nvPr/>
        </p:nvSpPr>
        <p:spPr>
          <a:xfrm>
            <a:off x="5009997" y="2057400"/>
            <a:ext cx="2171700" cy="2171700"/>
          </a:xfrm>
          <a:prstGeom prst="ellipse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5009997" y="2057400"/>
            <a:ext cx="2171700" cy="2171700"/>
          </a:xfrm>
          <a:prstGeom prst="ellipse">
            <a:avLst/>
          </a:prstGeom>
        </p:spPr>
      </p:sp>
      <p:sp>
        <p:nvSpPr>
          <p:cNvPr id="22" name="사진 바탕 3"/>
          <p:cNvSpPr/>
          <p:nvPr/>
        </p:nvSpPr>
        <p:spPr>
          <a:xfrm>
            <a:off x="8677656" y="2057400"/>
            <a:ext cx="2171700" cy="2171700"/>
          </a:xfrm>
          <a:prstGeom prst="ellipse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677656" y="2057400"/>
            <a:ext cx="2171700" cy="2171700"/>
          </a:xfrm>
          <a:prstGeom prst="ellipse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A190AC-C1AC-46A5-84E3-7227CCC001A1}" type="slidenum">
              <a:rPr lang="en-US"/>
              <a:t>‹#›</a:t>
            </a:fld>
            <a:endParaRPr lang="en-US"/>
          </a:p>
        </p:txBody>
      </p:sp>
      <p:sp>
        <p:nvSpPr>
          <p:cNvPr id="13" name="나 카드"/>
          <p:cNvSpPr/>
          <p:nvPr/>
        </p:nvSpPr>
        <p:spPr>
          <a:xfrm>
            <a:off x="731520" y="1828800"/>
            <a:ext cx="3393338" cy="42748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>
                <a:alpha val="60000"/>
              </a:schemeClr>
            </a:solidFill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나 이름"/>
          <p:cNvSpPr txBox="1"/>
          <p:nvPr/>
        </p:nvSpPr>
        <p:spPr>
          <a:xfrm>
            <a:off x="731520" y="4320540"/>
            <a:ext cx="339333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나</a:t>
            </a:r>
          </a:p>
        </p:txBody>
      </p:sp>
      <p:sp>
        <p:nvSpPr>
          <p:cNvPr id="16" name="나 소개"/>
          <p:cNvSpPr txBox="1"/>
          <p:nvPr/>
        </p:nvSpPr>
        <p:spPr>
          <a:xfrm>
            <a:off x="822960" y="4777740"/>
            <a:ext cx="321045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하는 일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요즘 관심사</a:t>
            </a:r>
          </a:p>
        </p:txBody>
      </p:sp>
      <p:sp>
        <p:nvSpPr>
          <p:cNvPr id="17" name="내 공간 카드"/>
          <p:cNvSpPr/>
          <p:nvPr/>
        </p:nvSpPr>
        <p:spPr>
          <a:xfrm>
            <a:off x="4399178" y="1828800"/>
            <a:ext cx="3393338" cy="42748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>
                <a:alpha val="60000"/>
              </a:schemeClr>
            </a:solidFill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내 공간 이름"/>
          <p:cNvSpPr txBox="1"/>
          <p:nvPr/>
        </p:nvSpPr>
        <p:spPr>
          <a:xfrm>
            <a:off x="4399178" y="4320540"/>
            <a:ext cx="339333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내 공간</a:t>
            </a:r>
          </a:p>
        </p:txBody>
      </p:sp>
      <p:sp>
        <p:nvSpPr>
          <p:cNvPr id="20" name="내 공간 소개"/>
          <p:cNvSpPr txBox="1"/>
          <p:nvPr/>
        </p:nvSpPr>
        <p:spPr>
          <a:xfrm>
            <a:off x="4490618" y="4777740"/>
            <a:ext cx="321045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좋아하는 자리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아끼는 물건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나만의 규칙</a:t>
            </a:r>
          </a:p>
        </p:txBody>
      </p:sp>
      <p:sp>
        <p:nvSpPr>
          <p:cNvPr id="21" name="내 하루 카드"/>
          <p:cNvSpPr/>
          <p:nvPr/>
        </p:nvSpPr>
        <p:spPr>
          <a:xfrm>
            <a:off x="8066836" y="1828800"/>
            <a:ext cx="3393338" cy="42748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>
                <a:alpha val="60000"/>
              </a:schemeClr>
            </a:solidFill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3" name="내 하루 이름"/>
          <p:cNvSpPr txBox="1"/>
          <p:nvPr/>
        </p:nvSpPr>
        <p:spPr>
          <a:xfrm>
            <a:off x="8066836" y="4320540"/>
            <a:ext cx="339333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내 하루</a:t>
            </a:r>
          </a:p>
        </p:txBody>
      </p:sp>
      <p:sp>
        <p:nvSpPr>
          <p:cNvPr id="24" name="내 하루 소개"/>
          <p:cNvSpPr txBox="1"/>
          <p:nvPr/>
        </p:nvSpPr>
        <p:spPr>
          <a:xfrm>
            <a:off x="8158276" y="4777740"/>
            <a:ext cx="321045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아침 습관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좋아하는 음식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잠들기 전 루틴</a:t>
            </a:r>
          </a:p>
        </p:txBody>
      </p:sp>
    </p:spTree>
  </p:cSld>
  <p:clrMapOvr>
    <a:masterClrMapping/>
  </p:clrMapOvr>
  <p:transition spd="med">
    <p:pull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이야기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039C69-FC18-4340-8662-FC60585064E8}" type="slidenum">
              <a:rPr lang="en-US"/>
              <a:t>‹#›</a:t>
            </a:fld>
            <a:endParaRPr lang="en-US"/>
          </a:p>
        </p:txBody>
      </p:sp>
      <p:cxnSp>
        <p:nvCxnSpPr>
          <p:cNvPr id="5" name="타임라인 선"/>
          <p:cNvCxnSpPr/>
          <p:nvPr/>
        </p:nvCxnSpPr>
        <p:spPr>
          <a:xfrm>
            <a:off x="731520" y="3493008"/>
            <a:ext cx="10728655" cy="0"/>
          </a:xfrm>
          <a:prstGeom prst="line">
            <a:avLst/>
          </a:prstGeom>
          <a:ln w="12700" cap="rnd">
            <a:solidFill>
              <a:schemeClr val="accent5"/>
            </a:solidFill>
          </a:ln>
        </p:spPr>
      </p:cxnSp>
      <p:grpSp>
        <p:nvGrpSpPr>
          <p:cNvPr id="6" name="때 1"/>
          <p:cNvGrpSpPr/>
          <p:nvPr/>
        </p:nvGrpSpPr>
        <p:grpSpPr>
          <a:xfrm>
            <a:off x="777240" y="2651760"/>
            <a:ext cx="2590723" cy="3383280"/>
            <a:chOff x="777240" y="2651760"/>
            <a:chExt cx="2590723" cy="3383280"/>
          </a:xfrm>
        </p:grpSpPr>
        <p:sp>
          <p:nvSpPr>
            <p:cNvPr id="7" name="점"/>
            <p:cNvSpPr/>
            <p:nvPr/>
          </p:nvSpPr>
          <p:spPr>
            <a:xfrm>
              <a:off x="1871433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때"/>
            <p:cNvSpPr txBox="1"/>
            <p:nvPr/>
          </p:nvSpPr>
          <p:spPr>
            <a:xfrm>
              <a:off x="777240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태어난 곳</a:t>
              </a:r>
            </a:p>
          </p:txBody>
        </p:sp>
        <p:sp>
          <p:nvSpPr>
            <p:cNvPr id="9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나의 뿌리</a:t>
              </a:r>
            </a:p>
          </p:txBody>
        </p:sp>
        <p:sp>
          <p:nvSpPr>
            <p:cNvPr id="10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고향의 기억을 적어요</a:t>
              </a:r>
            </a:p>
          </p:txBody>
        </p:sp>
      </p:grpSp>
      <p:grpSp>
        <p:nvGrpSpPr>
          <p:cNvPr id="11" name="때 2"/>
          <p:cNvGrpSpPr/>
          <p:nvPr/>
        </p:nvGrpSpPr>
        <p:grpSpPr>
          <a:xfrm>
            <a:off x="3459403" y="2651760"/>
            <a:ext cx="2590723" cy="3383280"/>
            <a:chOff x="3459403" y="2651760"/>
            <a:chExt cx="2590723" cy="3383280"/>
          </a:xfrm>
        </p:grpSpPr>
        <p:sp>
          <p:nvSpPr>
            <p:cNvPr id="12" name="점"/>
            <p:cNvSpPr/>
            <p:nvPr/>
          </p:nvSpPr>
          <p:spPr>
            <a:xfrm>
              <a:off x="4553597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때"/>
            <p:cNvSpPr txBox="1"/>
            <p:nvPr/>
          </p:nvSpPr>
          <p:spPr>
            <a:xfrm>
              <a:off x="3459403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학창 시절</a:t>
              </a:r>
            </a:p>
          </p:txBody>
        </p:sp>
        <p:sp>
          <p:nvSpPr>
            <p:cNvPr id="14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자라던 시간</a:t>
              </a:r>
            </a:p>
          </p:txBody>
        </p:sp>
        <p:sp>
          <p:nvSpPr>
            <p:cNvPr id="15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가장 좋았던 기억</a:t>
              </a:r>
            </a:p>
          </p:txBody>
        </p:sp>
      </p:grpSp>
      <p:grpSp>
        <p:nvGrpSpPr>
          <p:cNvPr id="16" name="때 3"/>
          <p:cNvGrpSpPr/>
          <p:nvPr/>
        </p:nvGrpSpPr>
        <p:grpSpPr>
          <a:xfrm>
            <a:off x="6141567" y="2651760"/>
            <a:ext cx="2590723" cy="3383280"/>
            <a:chOff x="6141567" y="2651760"/>
            <a:chExt cx="2590723" cy="3383280"/>
          </a:xfrm>
        </p:grpSpPr>
        <p:sp>
          <p:nvSpPr>
            <p:cNvPr id="17" name="점"/>
            <p:cNvSpPr/>
            <p:nvPr/>
          </p:nvSpPr>
          <p:spPr>
            <a:xfrm>
              <a:off x="7235761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때"/>
            <p:cNvSpPr txBox="1"/>
            <p:nvPr/>
          </p:nvSpPr>
          <p:spPr>
            <a:xfrm>
              <a:off x="6141567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혼자 시작한 날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나의 첫 집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독립하던 날</a:t>
              </a:r>
            </a:p>
          </p:txBody>
        </p:sp>
      </p:grpSp>
      <p:grpSp>
        <p:nvGrpSpPr>
          <p:cNvPr id="21" name="때 4"/>
          <p:cNvGrpSpPr/>
          <p:nvPr/>
        </p:nvGrpSpPr>
        <p:grpSpPr>
          <a:xfrm>
            <a:off x="8823731" y="2651760"/>
            <a:ext cx="2590723" cy="3383280"/>
            <a:chOff x="8823731" y="2651760"/>
            <a:chExt cx="2590723" cy="3383280"/>
          </a:xfrm>
        </p:grpSpPr>
        <p:sp>
          <p:nvSpPr>
            <p:cNvPr id="22" name="점"/>
            <p:cNvSpPr/>
            <p:nvPr/>
          </p:nvSpPr>
          <p:spPr>
            <a:xfrm>
              <a:off x="9917925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때"/>
            <p:cNvSpPr txBox="1"/>
            <p:nvPr/>
          </p:nvSpPr>
          <p:spPr>
            <a:xfrm>
              <a:off x="8823731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지금</a:t>
              </a:r>
            </a:p>
          </p:txBody>
        </p:sp>
        <p:sp>
          <p:nvSpPr>
            <p:cNvPr id="24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나</a:t>
              </a:r>
            </a:p>
          </p:txBody>
        </p:sp>
        <p:sp>
          <p:nvSpPr>
            <p:cNvPr id="25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요즘 내 이야기</a:t>
              </a:r>
            </a:p>
          </p:txBody>
        </p:sp>
      </p:grpSp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PROMISE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가족의 약속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B49D15-0161-4EA0-9CFD-9BF067E0BFC4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1005840"/>
            <a:chOff x="731520" y="1828800"/>
            <a:chExt cx="10728655" cy="1005840"/>
          </a:xfrm>
        </p:grpSpPr>
        <p:sp>
          <p:nvSpPr>
            <p:cNvPr id="6" name="줄 바탕"/>
            <p:cNvSpPr/>
            <p:nvPr/>
          </p:nvSpPr>
          <p:spPr>
            <a:xfrm>
              <a:off x="731520" y="1828800"/>
              <a:ext cx="10728655" cy="10058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 txBox="1"/>
            <p:nvPr/>
          </p:nvSpPr>
          <p:spPr>
            <a:xfrm>
              <a:off x="960120" y="205740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8" name="줄 제목"/>
            <p:cNvSpPr txBox="1"/>
            <p:nvPr/>
          </p:nvSpPr>
          <p:spPr>
            <a:xfrm>
              <a:off x="1737360" y="1874519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1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4572000" y="1993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줄 내용"/>
            <p:cNvSpPr txBox="1"/>
            <p:nvPr/>
          </p:nvSpPr>
          <p:spPr>
            <a:xfrm>
              <a:off x="4754880" y="1874519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나를 위한 밥상 차리기</a:t>
              </a:r>
            </a:p>
          </p:txBody>
        </p:sp>
      </p:grpSp>
      <p:grpSp>
        <p:nvGrpSpPr>
          <p:cNvPr id="11" name="줄 2"/>
          <p:cNvGrpSpPr/>
          <p:nvPr/>
        </p:nvGrpSpPr>
        <p:grpSpPr>
          <a:xfrm>
            <a:off x="731520" y="2971800"/>
            <a:ext cx="10728655" cy="1005840"/>
            <a:chOff x="731520" y="2971800"/>
            <a:chExt cx="10728655" cy="1005840"/>
          </a:xfrm>
        </p:grpSpPr>
        <p:sp>
          <p:nvSpPr>
            <p:cNvPr id="12" name="줄 바탕"/>
            <p:cNvSpPr/>
            <p:nvPr/>
          </p:nvSpPr>
          <p:spPr>
            <a:xfrm>
              <a:off x="731520" y="2971800"/>
              <a:ext cx="10728655" cy="10058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 txBox="1"/>
            <p:nvPr/>
          </p:nvSpPr>
          <p:spPr>
            <a:xfrm>
              <a:off x="960120" y="320040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4" name="줄 제목"/>
            <p:cNvSpPr txBox="1"/>
            <p:nvPr/>
          </p:nvSpPr>
          <p:spPr>
            <a:xfrm>
              <a:off x="1737360" y="3017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2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572000" y="3136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줄 내용"/>
            <p:cNvSpPr txBox="1"/>
            <p:nvPr/>
          </p:nvSpPr>
          <p:spPr>
            <a:xfrm>
              <a:off x="4754880" y="3017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하루 십 분 나에게 쓰는 시간</a:t>
              </a:r>
            </a:p>
          </p:txBody>
        </p:sp>
      </p:grpSp>
      <p:grpSp>
        <p:nvGrpSpPr>
          <p:cNvPr id="17" name="줄 3"/>
          <p:cNvGrpSpPr/>
          <p:nvPr/>
        </p:nvGrpSpPr>
        <p:grpSpPr>
          <a:xfrm>
            <a:off x="731520" y="4114800"/>
            <a:ext cx="10728655" cy="1005840"/>
            <a:chOff x="731520" y="4114800"/>
            <a:chExt cx="10728655" cy="1005840"/>
          </a:xfrm>
        </p:grpSpPr>
        <p:sp>
          <p:nvSpPr>
            <p:cNvPr id="18" name="줄 바탕"/>
            <p:cNvSpPr/>
            <p:nvPr/>
          </p:nvSpPr>
          <p:spPr>
            <a:xfrm>
              <a:off x="731520" y="4114800"/>
              <a:ext cx="10728655" cy="10058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 txBox="1"/>
            <p:nvPr/>
          </p:nvSpPr>
          <p:spPr>
            <a:xfrm>
              <a:off x="960120" y="434340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0" name="줄 제목"/>
            <p:cNvSpPr txBox="1"/>
            <p:nvPr/>
          </p:nvSpPr>
          <p:spPr>
            <a:xfrm>
              <a:off x="1737360" y="4160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3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4572000" y="4279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줄 내용"/>
            <p:cNvSpPr txBox="1"/>
            <p:nvPr/>
          </p:nvSpPr>
          <p:spPr>
            <a:xfrm>
              <a:off x="4754880" y="4160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안부를 전할 사람 한 명 챙기기</a:t>
              </a:r>
            </a:p>
          </p:txBody>
        </p:sp>
      </p:grpSp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47DFA-8A05-48F1-877C-3C6EFD372DE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ll dir="r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2F320-DE6E-4E53-8588-0E8016C8974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ll dir="r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NOIR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소개를 마칩니다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읽어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고맙습니다 · 가족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나 혼자 · 1인 가구 가족 소개">
  <a:themeElements>
    <a:clrScheme name="나 혼자 · 1인 가구 가족 소개">
      <a:dk1>
        <a:srgbClr val="FCF9F5"/>
      </a:dk1>
      <a:lt1>
        <a:srgbClr val="1F1D1C"/>
      </a:lt1>
      <a:dk2>
        <a:srgbClr val="F3EBDD"/>
      </a:dk2>
      <a:lt2>
        <a:srgbClr val="131211"/>
      </a:lt2>
      <a:accent1>
        <a:srgbClr val="D9C39A"/>
      </a:accent1>
      <a:accent2>
        <a:srgbClr val="A58D68"/>
      </a:accent2>
      <a:accent3>
        <a:srgbClr val="0C0B0B"/>
      </a:accent3>
      <a:accent4>
        <a:srgbClr val="2E2C29"/>
      </a:accent4>
      <a:accent5>
        <a:srgbClr val="E6D3AB"/>
      </a:accent5>
      <a:accent6>
        <a:srgbClr val="79684E"/>
      </a:accent6>
      <a:hlink>
        <a:srgbClr val="F3EBDD"/>
      </a:hlink>
      <a:folHlink>
        <a:srgbClr val="0C0B0B"/>
      </a:folHlink>
    </a:clrScheme>
    <a:fontScheme name="나 혼자 · 1인 가구 가족 소개">
      <a:majorFont>
        <a:latin typeface="Palatino Linotype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나 혼자 · 1인 가구 가족 소개</dc:title>
  <dc:subject>나 혼자 · 1인 가구 가족 소개 슬라이드</dc:subject>
  <dc:creator>반딧불이의 곳간</dc:creator>
  <cp:keywords>가족,소개,PPT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