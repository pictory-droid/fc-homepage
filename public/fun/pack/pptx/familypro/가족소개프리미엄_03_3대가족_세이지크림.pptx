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82270CA-0276-4AC4-86E1-F016A55ACEE9}">
          <p14:sldIdLst>
            <p14:sldId id="256"/>
          </p14:sldIdLst>
        </p14:section>
        <p14:section name="본문" id="{C15CA6E6-C134-4E75-B96A-F9F1867D4A13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40D5ED35-A69A-414D-B264-71FCEF61B5A9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85555" y="3246120"/>
            <a:ext cx="365760" cy="365760"/>
            <a:chOff x="7985555" y="3246120"/>
            <a:chExt cx="365760" cy="365760"/>
          </a:xfrm>
        </p:grpSpPr>
        <p:sp>
          <p:nvSpPr>
            <p:cNvPr id="6" name="Diamond 5"/>
            <p:cNvSpPr/>
            <p:nvPr/>
          </p:nvSpPr>
          <p:spPr>
            <a:xfrm>
              <a:off x="7985555" y="3246120"/>
              <a:ext cx="365760" cy="3657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2C90AFC6-DBC2-4BBC-B727-A80CD1F75A8B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0D3D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6AB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85555" y="3246120"/>
            <a:ext cx="365760" cy="365760"/>
            <a:chOff x="7985555" y="3246120"/>
            <a:chExt cx="365760" cy="365760"/>
          </a:xfrm>
        </p:grpSpPr>
        <p:sp>
          <p:nvSpPr>
            <p:cNvPr id="6" name="Diamond 5"/>
            <p:cNvSpPr/>
            <p:nvPr/>
          </p:nvSpPr>
          <p:spPr>
            <a:xfrm>
              <a:off x="7985555" y="3246120"/>
              <a:ext cx="365760" cy="3657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C22F2B61-69A1-4E3C-A85E-122A3C04722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E6CFB179-6099-4E3F-A643-F6595A8F082C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SAGE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SAGE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할머니가 졸업한 학교 벚나무 앞에서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3대 가족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960120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960120" y="2057400"/>
            <a:ext cx="1102309" cy="1102309"/>
          </a:xfrm>
          <a:prstGeom prst="rect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2793949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2793949" y="2057400"/>
            <a:ext cx="1102309" cy="1102309"/>
          </a:xfrm>
          <a:prstGeom prst="rect">
            <a:avLst/>
          </a:prstGeom>
        </p:spPr>
      </p:sp>
      <p:sp>
        <p:nvSpPr>
          <p:cNvPr id="25" name="사진 바탕 3"/>
          <p:cNvSpPr/>
          <p:nvPr/>
        </p:nvSpPr>
        <p:spPr>
          <a:xfrm>
            <a:off x="4627778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4627778" y="2057400"/>
            <a:ext cx="1102309" cy="1102309"/>
          </a:xfrm>
          <a:prstGeom prst="rect">
            <a:avLst/>
          </a:prstGeom>
        </p:spPr>
      </p:sp>
      <p:sp>
        <p:nvSpPr>
          <p:cNvPr id="30" name="사진 바탕 4"/>
          <p:cNvSpPr/>
          <p:nvPr/>
        </p:nvSpPr>
        <p:spPr>
          <a:xfrm>
            <a:off x="6461607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61607" y="2057400"/>
            <a:ext cx="1102309" cy="1102309"/>
          </a:xfrm>
          <a:prstGeom prst="rect">
            <a:avLst/>
          </a:prstGeom>
        </p:spPr>
      </p:sp>
      <p:sp>
        <p:nvSpPr>
          <p:cNvPr id="35" name="사진 바탕 5"/>
          <p:cNvSpPr/>
          <p:nvPr/>
        </p:nvSpPr>
        <p:spPr>
          <a:xfrm>
            <a:off x="8295436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8295436" y="2057400"/>
            <a:ext cx="1102309" cy="1102309"/>
          </a:xfrm>
          <a:prstGeom prst="rect">
            <a:avLst/>
          </a:prstGeom>
        </p:spPr>
      </p:sp>
      <p:sp>
        <p:nvSpPr>
          <p:cNvPr id="40" name="사진 바탕 6"/>
          <p:cNvSpPr/>
          <p:nvPr/>
        </p:nvSpPr>
        <p:spPr>
          <a:xfrm>
            <a:off x="10129265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10129265" y="2057400"/>
            <a:ext cx="1102309" cy="1102309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06DB0-84B2-4AFE-8251-94FACDF8A54E}" type="slidenum">
              <a:rPr lang="en-US"/>
              <a:t>‹#›</a:t>
            </a:fld>
            <a:endParaRPr lang="en-US"/>
          </a:p>
        </p:txBody>
      </p:sp>
      <p:sp>
        <p:nvSpPr>
          <p:cNvPr id="13" name="할아버지 카드"/>
          <p:cNvSpPr/>
          <p:nvPr/>
        </p:nvSpPr>
        <p:spPr>
          <a:xfrm>
            <a:off x="731520" y="1828800"/>
            <a:ext cx="1559509" cy="32054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옆 선"/>
          <p:cNvSpPr/>
          <p:nvPr/>
        </p:nvSpPr>
        <p:spPr>
          <a:xfrm>
            <a:off x="731520" y="1828800"/>
            <a:ext cx="54864" cy="32054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할아버지 이름"/>
          <p:cNvSpPr txBox="1"/>
          <p:nvPr/>
        </p:nvSpPr>
        <p:spPr>
          <a:xfrm>
            <a:off x="731520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할아버지</a:t>
            </a:r>
          </a:p>
        </p:txBody>
      </p:sp>
      <p:sp>
        <p:nvSpPr>
          <p:cNvPr id="17" name="할아버지 소개"/>
          <p:cNvSpPr txBox="1"/>
          <p:nvPr/>
        </p:nvSpPr>
        <p:spPr>
          <a:xfrm>
            <a:off x="822960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18" name="할머니 카드"/>
          <p:cNvSpPr/>
          <p:nvPr/>
        </p:nvSpPr>
        <p:spPr>
          <a:xfrm>
            <a:off x="2565349" y="1828800"/>
            <a:ext cx="1559509" cy="32054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옆 선"/>
          <p:cNvSpPr/>
          <p:nvPr/>
        </p:nvSpPr>
        <p:spPr>
          <a:xfrm>
            <a:off x="2565349" y="1828800"/>
            <a:ext cx="54864" cy="32054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할머니 이름"/>
          <p:cNvSpPr txBox="1"/>
          <p:nvPr/>
        </p:nvSpPr>
        <p:spPr>
          <a:xfrm>
            <a:off x="2565349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할머니</a:t>
            </a:r>
          </a:p>
        </p:txBody>
      </p:sp>
      <p:sp>
        <p:nvSpPr>
          <p:cNvPr id="22" name="할머니 소개"/>
          <p:cNvSpPr txBox="1"/>
          <p:nvPr/>
        </p:nvSpPr>
        <p:spPr>
          <a:xfrm>
            <a:off x="2656789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23" name="아빠 카드"/>
          <p:cNvSpPr/>
          <p:nvPr/>
        </p:nvSpPr>
        <p:spPr>
          <a:xfrm>
            <a:off x="4399178" y="1828800"/>
            <a:ext cx="1559509" cy="32054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옆 선"/>
          <p:cNvSpPr/>
          <p:nvPr/>
        </p:nvSpPr>
        <p:spPr>
          <a:xfrm>
            <a:off x="4399178" y="1828800"/>
            <a:ext cx="54864" cy="32054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아빠 이름"/>
          <p:cNvSpPr txBox="1"/>
          <p:nvPr/>
        </p:nvSpPr>
        <p:spPr>
          <a:xfrm>
            <a:off x="4399178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27" name="아빠 소개"/>
          <p:cNvSpPr txBox="1"/>
          <p:nvPr/>
        </p:nvSpPr>
        <p:spPr>
          <a:xfrm>
            <a:off x="4490618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8" name="엄마 카드"/>
          <p:cNvSpPr/>
          <p:nvPr/>
        </p:nvSpPr>
        <p:spPr>
          <a:xfrm>
            <a:off x="6233007" y="1828800"/>
            <a:ext cx="1559509" cy="32054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옆 선"/>
          <p:cNvSpPr/>
          <p:nvPr/>
        </p:nvSpPr>
        <p:spPr>
          <a:xfrm>
            <a:off x="6233007" y="1828800"/>
            <a:ext cx="54864" cy="32054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엄마 이름"/>
          <p:cNvSpPr txBox="1"/>
          <p:nvPr/>
        </p:nvSpPr>
        <p:spPr>
          <a:xfrm>
            <a:off x="6233007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32" name="엄마 소개"/>
          <p:cNvSpPr txBox="1"/>
          <p:nvPr/>
        </p:nvSpPr>
        <p:spPr>
          <a:xfrm>
            <a:off x="6324447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33" name="큰아이 카드"/>
          <p:cNvSpPr/>
          <p:nvPr/>
        </p:nvSpPr>
        <p:spPr>
          <a:xfrm>
            <a:off x="8066836" y="1828800"/>
            <a:ext cx="1559509" cy="32054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옆 선"/>
          <p:cNvSpPr/>
          <p:nvPr/>
        </p:nvSpPr>
        <p:spPr>
          <a:xfrm>
            <a:off x="8066836" y="1828800"/>
            <a:ext cx="54864" cy="32054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큰아이 이름"/>
          <p:cNvSpPr txBox="1"/>
          <p:nvPr/>
        </p:nvSpPr>
        <p:spPr>
          <a:xfrm>
            <a:off x="8066836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큰아이</a:t>
            </a:r>
          </a:p>
        </p:txBody>
      </p:sp>
      <p:sp>
        <p:nvSpPr>
          <p:cNvPr id="37" name="큰아이 소개"/>
          <p:cNvSpPr txBox="1"/>
          <p:nvPr/>
        </p:nvSpPr>
        <p:spPr>
          <a:xfrm>
            <a:off x="8158276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  <p:sp>
        <p:nvSpPr>
          <p:cNvPr id="38" name="작은아이 카드"/>
          <p:cNvSpPr/>
          <p:nvPr/>
        </p:nvSpPr>
        <p:spPr>
          <a:xfrm>
            <a:off x="9900665" y="1828800"/>
            <a:ext cx="1559509" cy="32054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옆 선"/>
          <p:cNvSpPr/>
          <p:nvPr/>
        </p:nvSpPr>
        <p:spPr>
          <a:xfrm>
            <a:off x="9900665" y="1828800"/>
            <a:ext cx="54864" cy="32054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작은아이 이름"/>
          <p:cNvSpPr txBox="1"/>
          <p:nvPr/>
        </p:nvSpPr>
        <p:spPr>
          <a:xfrm>
            <a:off x="9900665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작은아이</a:t>
            </a:r>
          </a:p>
        </p:txBody>
      </p:sp>
      <p:sp>
        <p:nvSpPr>
          <p:cNvPr id="42" name="작은아이 소개"/>
          <p:cNvSpPr txBox="1"/>
          <p:nvPr/>
        </p:nvSpPr>
        <p:spPr>
          <a:xfrm>
            <a:off x="9992105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460B-D664-4B88-BA49-F1CFDC1133F7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할아버지 할머니의 이야기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뿌리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가족의 시작을 적어요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부모가 된 날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새로운 가지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온 가족 모임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한자리에 모인 날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즐거웠던 명절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CE620-BA41-469B-AE82-B7C5E0F483BC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103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명절에는 모두 한자리에 모이기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731520" y="2971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246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어른께 먼저 안부 전하기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731520" y="4114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389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가족 식사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6532A6-BD94-4D3D-BA49-ACC10A2AD9E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DC5AAA-9983-42B7-BF6C-AEC794D420D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SAGE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SAGE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3대 가족 가족 소개">
  <a:themeElements>
    <a:clrScheme name="3대 가족 가족 소개">
      <a:dk1>
        <a:srgbClr val="2B3830"/>
      </a:dk1>
      <a:lt1>
        <a:srgbClr val="FCFCF9"/>
      </a:lt1>
      <a:dk2>
        <a:srgbClr val="2E4437"/>
      </a:dk2>
      <a:lt2>
        <a:srgbClr val="F6F4EA"/>
      </a:lt2>
      <a:accent1>
        <a:srgbClr val="7D9481"/>
      </a:accent1>
      <a:accent2>
        <a:srgbClr val="B5A173"/>
      </a:accent2>
      <a:accent3>
        <a:srgbClr val="2A3830"/>
      </a:accent3>
      <a:accent4>
        <a:srgbClr val="DEE1D5"/>
      </a:accent4>
      <a:accent5>
        <a:srgbClr val="B99C5C"/>
      </a:accent5>
      <a:accent6>
        <a:srgbClr val="D2C6A9"/>
      </a:accent6>
      <a:hlink>
        <a:srgbClr val="2E4437"/>
      </a:hlink>
      <a:folHlink>
        <a:srgbClr val="2A3830"/>
      </a:folHlink>
    </a:clrScheme>
    <a:fontScheme name="3대 가족 가족 소개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>3대 가족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