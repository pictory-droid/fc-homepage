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EAE29F9-7D71-48A4-BF19-778240E711D6}">
          <p14:sldIdLst>
            <p14:sldId id="256"/>
          </p14:sldIdLst>
        </p14:section>
        <p14:section name="본문" id="{EF99B1B2-2543-453B-996C-550239EA232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B553D3E-67F9-438B-B599-C815B575009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85555" y="3246120"/>
            <a:ext cx="365760" cy="365760"/>
            <a:chOff x="7985555" y="3246120"/>
            <a:chExt cx="365760" cy="365760"/>
          </a:xfrm>
        </p:grpSpPr>
        <p:sp>
          <p:nvSpPr>
            <p:cNvPr id="6" name="Diamond 5"/>
            <p:cNvSpPr/>
            <p:nvPr/>
          </p:nvSpPr>
          <p:spPr>
            <a:xfrm>
              <a:off x="7985555" y="3246120"/>
              <a:ext cx="365760" cy="3657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A6EBB77-130E-49C8-A949-64B8BBC06E49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0D3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B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85555" y="3246120"/>
            <a:ext cx="365760" cy="365760"/>
            <a:chOff x="7985555" y="3246120"/>
            <a:chExt cx="365760" cy="365760"/>
          </a:xfrm>
        </p:grpSpPr>
        <p:sp>
          <p:nvSpPr>
            <p:cNvPr id="6" name="Diamond 5"/>
            <p:cNvSpPr/>
            <p:nvPr/>
          </p:nvSpPr>
          <p:spPr>
            <a:xfrm>
              <a:off x="7985555" y="3246120"/>
              <a:ext cx="365760" cy="3657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694AD0CA-89E0-4B42-B044-46E22E1BBCC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39411EA2-8733-421C-98F5-0432121FE16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할머니와 함께 벚나무 앞에서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ect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ect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ect">
            <a:avLst/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ect">
            <a:avLst/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D399-90FA-438D-83DE-42AC47AA2B19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32054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2565349" y="1828800"/>
            <a:ext cx="54864" cy="32054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옆 선"/>
          <p:cNvSpPr/>
          <p:nvPr/>
        </p:nvSpPr>
        <p:spPr>
          <a:xfrm>
            <a:off x="4399178" y="1828800"/>
            <a:ext cx="54864" cy="32054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옆 선"/>
          <p:cNvSpPr/>
          <p:nvPr/>
        </p:nvSpPr>
        <p:spPr>
          <a:xfrm>
            <a:off x="6233007" y="1828800"/>
            <a:ext cx="54864" cy="32054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옆 선"/>
          <p:cNvSpPr/>
          <p:nvPr/>
        </p:nvSpPr>
        <p:spPr>
          <a:xfrm>
            <a:off x="8066836" y="1828800"/>
            <a:ext cx="54864" cy="32054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옆 선"/>
          <p:cNvSpPr/>
          <p:nvPr/>
        </p:nvSpPr>
        <p:spPr>
          <a:xfrm>
            <a:off x="9900665" y="1828800"/>
            <a:ext cx="54864" cy="32054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E1AA1-8C96-4E2B-8ED6-9F301E0FD72A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0ED4-653E-4BA2-8C27-2EEDD00689D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971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4114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83BC-E4B7-4EA4-933C-E24EDA44D07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D478-2794-4DDD-8B4D-56E61939E5F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3830"/>
      </a:dk1>
      <a:lt1>
        <a:srgbClr val="FCFCF9"/>
      </a:lt1>
      <a:dk2>
        <a:srgbClr val="2E4437"/>
      </a:dk2>
      <a:lt2>
        <a:srgbClr val="F6F4EA"/>
      </a:lt2>
      <a:accent1>
        <a:srgbClr val="7D9481"/>
      </a:accent1>
      <a:accent2>
        <a:srgbClr val="B5A173"/>
      </a:accent2>
      <a:accent3>
        <a:srgbClr val="2A3830"/>
      </a:accent3>
      <a:accent4>
        <a:srgbClr val="DEE1D5"/>
      </a:accent4>
      <a:accent5>
        <a:srgbClr val="B99C5C"/>
      </a:accent5>
      <a:accent6>
        <a:srgbClr val="D2C6A9"/>
      </a:accent6>
      <a:hlink>
        <a:srgbClr val="2E4437"/>
      </a:hlink>
      <a:folHlink>
        <a:srgbClr val="2A3830"/>
      </a:folHlink>
    </a:clrScheme>
    <a:fontScheme name="3대 가족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