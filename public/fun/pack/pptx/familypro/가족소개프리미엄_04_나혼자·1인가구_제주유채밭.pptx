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E867D50-8D42-4694-80FF-6ED85275000B}">
          <p14:sldIdLst>
            <p14:sldId id="256"/>
          </p14:sldIdLst>
        </p14:section>
        <p14:section name="본문" id="{BC471A7E-55D8-4F0D-BF9E-A133DF199AD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2072E1D-A400-4051-8B08-484C96E869B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20877"/>
            <a:ext cx="347472" cy="312724"/>
            <a:chOff x="2596877" y="620877"/>
            <a:chExt cx="347472" cy="312724"/>
          </a:xfrm>
        </p:grpSpPr>
        <p:sp>
          <p:nvSpPr>
            <p:cNvPr id="10" name="Heart 9"/>
            <p:cNvSpPr/>
            <p:nvPr/>
          </p:nvSpPr>
          <p:spPr>
            <a:xfrm>
              <a:off x="2596877" y="620877"/>
              <a:ext cx="347472" cy="312724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AD76B00-9EFB-49D2-B872-1BCC5419E36D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0382"/>
            <a:ext cx="320040" cy="288036"/>
            <a:chOff x="11208715" y="770382"/>
            <a:chExt cx="320040" cy="288036"/>
          </a:xfrm>
        </p:grpSpPr>
        <p:sp>
          <p:nvSpPr>
            <p:cNvPr id="5" name="Heart 4"/>
            <p:cNvSpPr/>
            <p:nvPr/>
          </p:nvSpPr>
          <p:spPr>
            <a:xfrm>
              <a:off x="11208715" y="7703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20877"/>
            <a:ext cx="347472" cy="312724"/>
            <a:chOff x="2596877" y="620877"/>
            <a:chExt cx="347472" cy="312724"/>
          </a:xfrm>
        </p:grpSpPr>
        <p:sp>
          <p:nvSpPr>
            <p:cNvPr id="10" name="Heart 9"/>
            <p:cNvSpPr/>
            <p:nvPr/>
          </p:nvSpPr>
          <p:spPr>
            <a:xfrm>
              <a:off x="2596877" y="620877"/>
              <a:ext cx="347472" cy="312724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7B594B4-57D8-4445-ADC4-99D5E1D24F4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0382"/>
            <a:ext cx="320040" cy="288036"/>
            <a:chOff x="11208715" y="770382"/>
            <a:chExt cx="320040" cy="288036"/>
          </a:xfrm>
        </p:grpSpPr>
        <p:sp>
          <p:nvSpPr>
            <p:cNvPr id="5" name="Heart 4"/>
            <p:cNvSpPr/>
            <p:nvPr/>
          </p:nvSpPr>
          <p:spPr>
            <a:xfrm>
              <a:off x="11208715" y="7703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80ABB04-028D-40F8-9FC6-30DA52739A6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7" name="Heart 6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떠난 제주, 유채밭에서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7FB85-0A1F-4319-AA76-DA0D46044FFC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4A08-404F-4890-AA13-E3AA6AE98EC7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9A92-27CB-4662-BEF0-FC9E9D835F9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92896-1DD4-407A-9333-64E662856E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E388-75CC-4AF8-9CFD-F9C90F20E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64573A"/>
      </a:dk2>
      <a:lt2>
        <a:srgbClr val="F9F6E4"/>
      </a:lt2>
      <a:accent1>
        <a:srgbClr val="D8CB73"/>
      </a:accent1>
      <a:accent2>
        <a:srgbClr val="C5977C"/>
      </a:accent2>
      <a:accent3>
        <a:srgbClr val="4E4A2C"/>
      </a:accent3>
      <a:accent4>
        <a:srgbClr val="F4EEC7"/>
      </a:accent4>
      <a:accent5>
        <a:srgbClr val="A9E0A3"/>
      </a:accent5>
      <a:accent6>
        <a:srgbClr val="E6BCBC"/>
      </a:accent6>
      <a:hlink>
        <a:srgbClr val="64573A"/>
      </a:hlink>
      <a:folHlink>
        <a:srgbClr val="4E4A2C"/>
      </a:folHlink>
    </a:clrScheme>
    <a:fontScheme name="나 혼자 · 1인 가구 가족 소개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