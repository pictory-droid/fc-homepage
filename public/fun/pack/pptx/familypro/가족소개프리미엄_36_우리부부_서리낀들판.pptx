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6AD96B2-99D7-4C19-A6A4-EA08B40BFEDB}">
          <p14:sldIdLst>
            <p14:sldId id="256"/>
          </p14:sldIdLst>
        </p14:section>
        <p14:section name="본문" id="{D5D15394-F5E7-4B38-9DB0-8658FEC0BDB9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63016581-46C1-485B-BCC0-97E429F29FAA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65860"/>
            <a:ext cx="457200" cy="411480"/>
            <a:chOff x="5867247" y="1165860"/>
            <a:chExt cx="457200" cy="411480"/>
          </a:xfrm>
        </p:grpSpPr>
        <p:sp>
          <p:nvSpPr>
            <p:cNvPr id="11" name="Heart 10"/>
            <p:cNvSpPr/>
            <p:nvPr/>
          </p:nvSpPr>
          <p:spPr>
            <a:xfrm>
              <a:off x="5867247" y="1165860"/>
              <a:ext cx="457200" cy="411480"/>
            </a:xfrm>
            <a:prstGeom prst="hear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F5C65295-5BAA-4606-AD10-74672345E3C7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90488"/>
            <a:ext cx="365760" cy="329184"/>
            <a:chOff x="11277295" y="6190488"/>
            <a:chExt cx="365760" cy="329184"/>
          </a:xfrm>
        </p:grpSpPr>
        <p:sp>
          <p:nvSpPr>
            <p:cNvPr id="5" name="Heart 4"/>
            <p:cNvSpPr/>
            <p:nvPr/>
          </p:nvSpPr>
          <p:spPr>
            <a:xfrm>
              <a:off x="11277295" y="6190488"/>
              <a:ext cx="365760" cy="329184"/>
            </a:xfrm>
            <a:prstGeom prst="hear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65860"/>
            <a:ext cx="457200" cy="411480"/>
            <a:chOff x="5867247" y="1165860"/>
            <a:chExt cx="457200" cy="411480"/>
          </a:xfrm>
        </p:grpSpPr>
        <p:sp>
          <p:nvSpPr>
            <p:cNvPr id="11" name="Heart 10"/>
            <p:cNvSpPr/>
            <p:nvPr/>
          </p:nvSpPr>
          <p:spPr>
            <a:xfrm>
              <a:off x="5867247" y="1165860"/>
              <a:ext cx="457200" cy="411480"/>
            </a:xfrm>
            <a:prstGeom prst="hear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5421547B-03EC-42AA-A9A8-B3B11AD0CE9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90488"/>
            <a:ext cx="365760" cy="329184"/>
            <a:chOff x="11277295" y="6190488"/>
            <a:chExt cx="365760" cy="329184"/>
          </a:xfrm>
        </p:grpSpPr>
        <p:sp>
          <p:nvSpPr>
            <p:cNvPr id="5" name="Heart 4"/>
            <p:cNvSpPr/>
            <p:nvPr/>
          </p:nvSpPr>
          <p:spPr>
            <a:xfrm>
              <a:off x="11277295" y="6190488"/>
              <a:ext cx="365760" cy="329184"/>
            </a:xfrm>
            <a:prstGeom prst="hear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2D78BFB-3E1B-49E8-8DEC-99F94780DBD6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39512"/>
            <a:ext cx="548640" cy="493776"/>
            <a:chOff x="5821527" y="5239512"/>
            <a:chExt cx="548640" cy="493776"/>
          </a:xfrm>
        </p:grpSpPr>
        <p:sp>
          <p:nvSpPr>
            <p:cNvPr id="6" name="Heart 5"/>
            <p:cNvSpPr/>
            <p:nvPr/>
          </p:nvSpPr>
          <p:spPr>
            <a:xfrm>
              <a:off x="5821527" y="5239512"/>
              <a:ext cx="548640" cy="493776"/>
            </a:xfrm>
            <a:prstGeom prst="hear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첫서리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서리 낀 들판을 걷던 아침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우리 부부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41127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41127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791276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1276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11E97-5A5B-411F-B7E0-6A210EA8CB8E}" type="slidenum">
              <a:rPr lang="en-US"/>
              <a:t>‹#›</a:t>
            </a:fld>
            <a:endParaRPr lang="en-US"/>
          </a:p>
        </p:txBody>
      </p:sp>
      <p:sp>
        <p:nvSpPr>
          <p:cNvPr id="13" name="남편 카드"/>
          <p:cNvSpPr/>
          <p:nvPr/>
        </p:nvSpPr>
        <p:spPr>
          <a:xfrm>
            <a:off x="731520" y="1828800"/>
            <a:ext cx="522716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남편 이름"/>
          <p:cNvSpPr txBox="1"/>
          <p:nvPr/>
        </p:nvSpPr>
        <p:spPr>
          <a:xfrm>
            <a:off x="731520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남편</a:t>
            </a:r>
          </a:p>
        </p:txBody>
      </p:sp>
      <p:sp>
        <p:nvSpPr>
          <p:cNvPr id="16" name="남편 소개"/>
          <p:cNvSpPr txBox="1"/>
          <p:nvPr/>
        </p:nvSpPr>
        <p:spPr>
          <a:xfrm>
            <a:off x="822960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아내 카드"/>
          <p:cNvSpPr/>
          <p:nvPr/>
        </p:nvSpPr>
        <p:spPr>
          <a:xfrm>
            <a:off x="6233007" y="1828800"/>
            <a:ext cx="522716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아내 이름"/>
          <p:cNvSpPr txBox="1"/>
          <p:nvPr/>
        </p:nvSpPr>
        <p:spPr>
          <a:xfrm>
            <a:off x="6233007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아내</a:t>
            </a:r>
          </a:p>
        </p:txBody>
      </p:sp>
      <p:sp>
        <p:nvSpPr>
          <p:cNvPr id="20" name="아내 소개"/>
          <p:cNvSpPr txBox="1"/>
          <p:nvPr/>
        </p:nvSpPr>
        <p:spPr>
          <a:xfrm>
            <a:off x="6324447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283A6-6120-4E6C-824D-515B0575E111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 만났나요?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결혼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시작한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집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보금자리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이사한 날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FB3E1-A1F9-44BB-A087-4CFEFBA134C2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하루에 한 번 서로 안아 주기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246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화가 나도 잠자리 전엔 풀기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389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데이트하기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A20E-9736-4D9C-8924-F1FB7102D7E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93ED9-AC2D-4954-BACE-A15EE89942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첫서리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우리 부부 가족 소개">
  <a:themeElements>
    <a:clrScheme name="우리 부부 가족 소개">
      <a:dk1>
        <a:srgbClr val="2B2724"/>
      </a:dk1>
      <a:lt1>
        <a:srgbClr val="FFFFFF"/>
      </a:lt1>
      <a:dk2>
        <a:srgbClr val="3A4F64"/>
      </a:dk2>
      <a:lt2>
        <a:srgbClr val="E2EFF5"/>
      </a:lt2>
      <a:accent1>
        <a:srgbClr val="7CB4CF"/>
      </a:accent1>
      <a:accent2>
        <a:srgbClr val="838DBE"/>
      </a:accent2>
      <a:accent3>
        <a:srgbClr val="2C434E"/>
      </a:accent3>
      <a:accent4>
        <a:srgbClr val="CBE4F0"/>
      </a:accent4>
      <a:accent5>
        <a:srgbClr val="BAA3E0"/>
      </a:accent5>
      <a:accent6>
        <a:srgbClr val="BCE6D0"/>
      </a:accent6>
      <a:hlink>
        <a:srgbClr val="3A4F64"/>
      </a:hlink>
      <a:folHlink>
        <a:srgbClr val="2C434E"/>
      </a:folHlink>
    </a:clrScheme>
    <a:fontScheme name="우리 부부 가족 소개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>우리 부부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