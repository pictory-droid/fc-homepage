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DE68710-A53C-40EC-9D2A-04E30B8BDDF9}">
          <p14:sldIdLst>
            <p14:sldId id="256"/>
          </p14:sldIdLst>
        </p14:section>
        <p14:section name="본문" id="{6A5D41F8-20FC-432A-8F95-5814BC4A0EC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1368F18-77A4-46A2-915E-6F2300B188E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D96FAEF2-E714-4940-9DBF-4BD91954F9ED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82A3726-D5B3-4136-8E5B-C60EA1971CD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FB6957A-0CF2-4C60-9B11-634D4804427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11799" y="5239512"/>
            <a:ext cx="768096" cy="493776"/>
            <a:chOff x="5711799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5711799" y="5239512"/>
              <a:ext cx="768096" cy="493776"/>
            </a:xfrm>
            <a:prstGeom prst="clou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군고구마 한 봉지 나눠 들고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ellipse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ellipse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ellipse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B3C25-3CEB-46C4-893F-4064F078097D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E93D-64D3-4CBD-ADB7-1333F070DE4A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2766-C99C-4C72-85F1-60E00397DF1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16CCE-2BEB-4A0C-986D-B3C1762049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3251-FCE4-4640-B371-70CEEF31A3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62643A"/>
      </a:dk2>
      <a:lt2>
        <a:srgbClr val="F5E9E2"/>
      </a:lt2>
      <a:accent1>
        <a:srgbClr val="CF9B7C"/>
      </a:accent1>
      <a:accent2>
        <a:srgbClr val="83BE99"/>
      </a:accent2>
      <a:accent3>
        <a:srgbClr val="4E392C"/>
      </a:accent3>
      <a:accent4>
        <a:srgbClr val="F0D9CB"/>
      </a:accent4>
      <a:accent5>
        <a:srgbClr val="C8E0A3"/>
      </a:accent5>
      <a:accent6>
        <a:srgbClr val="E6BCD1"/>
      </a:accent6>
      <a:hlink>
        <a:srgbClr val="62643A"/>
      </a:hlink>
      <a:folHlink>
        <a:srgbClr val="4E392C"/>
      </a:folHlink>
    </a:clrScheme>
    <a:fontScheme name="3대 가족 가족 소개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