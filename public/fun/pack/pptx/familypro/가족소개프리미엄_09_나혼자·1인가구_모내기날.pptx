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DF0D538-0CEB-4364-81CA-9D97F3209C9C}">
          <p14:sldIdLst>
            <p14:sldId id="256"/>
          </p14:sldIdLst>
        </p14:section>
        <p14:section name="본문" id="{6F035332-4F73-440A-BAD2-7E8CCD443F0A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9F9844C0-A7A9-458B-8613-9CC4C9A888B5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676369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07689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C999629E-22E7-49AC-90E0-3C74A2ADB87E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676369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07689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EB1F7F17-F2F1-4128-AE01-1AD145F60FB0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21557D8E-B7CA-48EA-B85B-6CB1D713B040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cxnSp>
          <p:nvCxnSpPr>
            <p:cNvPr id="7" name="Connector 6"/>
            <p:cNvCxnSpPr/>
            <p:nvPr/>
          </p:nvCxnSpPr>
          <p:spPr>
            <a:xfrm flipV="1">
              <a:off x="6095847" y="5431536"/>
              <a:ext cx="0" cy="329184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8" name="Round Diagonal Corner Rectangle 7"/>
            <p:cNvSpPr/>
            <p:nvPr/>
          </p:nvSpPr>
          <p:spPr>
            <a:xfrm>
              <a:off x="5821527" y="5294376"/>
              <a:ext cx="274320" cy="2743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 Diagonal Corner Rectangle 8"/>
            <p:cNvSpPr/>
            <p:nvPr/>
          </p:nvSpPr>
          <p:spPr>
            <a:xfrm flipH="1">
              <a:off x="6095847" y="5212080"/>
              <a:ext cx="274320" cy="2743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모내기 거들러 내려간 날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나 혼자 · 1인 가구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6" name="사진 바탕 1"/>
          <p:cNvSpPr/>
          <p:nvPr/>
        </p:nvSpPr>
        <p:spPr>
          <a:xfrm>
            <a:off x="14943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943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1" name="사진 바탕 2"/>
          <p:cNvSpPr/>
          <p:nvPr/>
        </p:nvSpPr>
        <p:spPr>
          <a:xfrm>
            <a:off x="516201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16201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6" name="사진 바탕 3"/>
          <p:cNvSpPr/>
          <p:nvPr/>
        </p:nvSpPr>
        <p:spPr>
          <a:xfrm>
            <a:off x="88296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8296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FE75-4117-4EA0-984F-FFDC13528029}" type="slidenum">
              <a:rPr lang="en-US"/>
              <a:t>‹#›</a:t>
            </a:fld>
            <a:endParaRPr lang="en-US"/>
          </a:p>
        </p:txBody>
      </p:sp>
      <p:sp>
        <p:nvSpPr>
          <p:cNvPr id="14" name="나 카드"/>
          <p:cNvSpPr/>
          <p:nvPr/>
        </p:nvSpPr>
        <p:spPr>
          <a:xfrm>
            <a:off x="731520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위쪽 띠"/>
          <p:cNvSpPr/>
          <p:nvPr/>
        </p:nvSpPr>
        <p:spPr>
          <a:xfrm>
            <a:off x="749808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나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나</a:t>
            </a:r>
          </a:p>
        </p:txBody>
      </p:sp>
      <p:sp>
        <p:nvSpPr>
          <p:cNvPr id="18" name="나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요즘 관심사</a:t>
            </a:r>
          </a:p>
        </p:txBody>
      </p:sp>
      <p:sp>
        <p:nvSpPr>
          <p:cNvPr id="19" name="내 공간 카드"/>
          <p:cNvSpPr/>
          <p:nvPr/>
        </p:nvSpPr>
        <p:spPr>
          <a:xfrm>
            <a:off x="4399178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위쪽 띠"/>
          <p:cNvSpPr/>
          <p:nvPr/>
        </p:nvSpPr>
        <p:spPr>
          <a:xfrm>
            <a:off x="4417466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내 공간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공간</a:t>
            </a:r>
          </a:p>
        </p:txBody>
      </p:sp>
      <p:sp>
        <p:nvSpPr>
          <p:cNvPr id="23" name="내 공간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자리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아끼는 물건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나만의 규칙</a:t>
            </a:r>
          </a:p>
        </p:txBody>
      </p:sp>
      <p:sp>
        <p:nvSpPr>
          <p:cNvPr id="24" name="내 하루 카드"/>
          <p:cNvSpPr/>
          <p:nvPr/>
        </p:nvSpPr>
        <p:spPr>
          <a:xfrm>
            <a:off x="8066836" y="1828800"/>
            <a:ext cx="3393338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5" name="위쪽 띠"/>
          <p:cNvSpPr/>
          <p:nvPr/>
        </p:nvSpPr>
        <p:spPr>
          <a:xfrm>
            <a:off x="8085124" y="1828800"/>
            <a:ext cx="3356762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내 하루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하루</a:t>
            </a:r>
          </a:p>
        </p:txBody>
      </p:sp>
      <p:sp>
        <p:nvSpPr>
          <p:cNvPr id="28" name="내 하루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아침 습관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음식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잠들기 전 루틴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326DC-308B-453A-97A3-BF4CCA68404A}" type="slidenum">
              <a:rPr lang="en-US"/>
              <a:t>‹#›</a:t>
            </a:fld>
            <a:endParaRPr lang="en-US"/>
          </a:p>
        </p:txBody>
      </p:sp>
      <p:grpSp>
        <p:nvGrpSpPr>
          <p:cNvPr id="6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7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태어난 곳</a:t>
              </a:r>
            </a:p>
          </p:txBody>
        </p:sp>
        <p:sp>
          <p:nvSpPr>
            <p:cNvPr id="8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뿌리</a:t>
              </a:r>
            </a:p>
          </p:txBody>
        </p:sp>
        <p:sp>
          <p:nvSpPr>
            <p:cNvPr id="9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고향의 기억을 적어요</a:t>
              </a:r>
            </a:p>
          </p:txBody>
        </p:sp>
      </p:grpSp>
      <p:grpSp>
        <p:nvGrpSpPr>
          <p:cNvPr id="10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1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학창 시절</a:t>
              </a:r>
            </a:p>
          </p:txBody>
        </p:sp>
        <p:sp>
          <p:nvSpPr>
            <p:cNvPr id="12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자라던 시간</a:t>
              </a:r>
            </a:p>
          </p:txBody>
        </p:sp>
        <p:sp>
          <p:nvSpPr>
            <p:cNvPr id="13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좋았던 기억</a:t>
              </a:r>
            </a:p>
          </p:txBody>
        </p:sp>
      </p:grpSp>
      <p:grpSp>
        <p:nvGrpSpPr>
          <p:cNvPr id="14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5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혼자 시작한 날</a:t>
              </a:r>
            </a:p>
          </p:txBody>
        </p:sp>
        <p:sp>
          <p:nvSpPr>
            <p:cNvPr id="16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첫 집</a:t>
              </a:r>
            </a:p>
          </p:txBody>
        </p:sp>
        <p:sp>
          <p:nvSpPr>
            <p:cNvPr id="17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독립하던 날</a:t>
              </a:r>
            </a:p>
          </p:txBody>
        </p:sp>
      </p:grpSp>
      <p:grpSp>
        <p:nvGrpSpPr>
          <p:cNvPr id="18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9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20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나</a:t>
              </a:r>
            </a:p>
          </p:txBody>
        </p:sp>
        <p:sp>
          <p:nvSpPr>
            <p:cNvPr id="21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내 이야기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05FCF-39A3-48AC-A8E2-9C18FB9C860D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7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위쪽 띠"/>
            <p:cNvSpPr/>
            <p:nvPr/>
          </p:nvSpPr>
          <p:spPr>
            <a:xfrm>
              <a:off x="749808" y="1828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 txBox="1"/>
            <p:nvPr/>
          </p:nvSpPr>
          <p:spPr>
            <a:xfrm>
              <a:off x="914400" y="2057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10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나를 위한 밥상 차리기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위쪽 띠"/>
            <p:cNvSpPr/>
            <p:nvPr/>
          </p:nvSpPr>
          <p:spPr>
            <a:xfrm>
              <a:off x="749808" y="2971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914400" y="3200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7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 십 분 나에게 쓰는 시간</a:t>
              </a:r>
            </a:p>
          </p:txBody>
        </p:sp>
      </p:grpSp>
      <p:grpSp>
        <p:nvGrpSpPr>
          <p:cNvPr id="18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9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위쪽 띠"/>
            <p:cNvSpPr/>
            <p:nvPr/>
          </p:nvSpPr>
          <p:spPr>
            <a:xfrm>
              <a:off x="749808" y="4114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914400" y="4343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2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3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안부를 전할 사람 한 명 챙기기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7348-85A3-49F8-A904-3835650BA4C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EA5E-2EE4-4AB5-93A7-DF6B6BFCBDD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나 혼자 · 1인 가구 가족 소개">
  <a:themeElements>
    <a:clrScheme name="나 혼자 · 1인 가구 가족 소개">
      <a:dk1>
        <a:srgbClr val="2B2724"/>
      </a:dk1>
      <a:lt1>
        <a:srgbClr val="FFFFFF"/>
      </a:lt1>
      <a:dk2>
        <a:srgbClr val="3A645D"/>
      </a:dk2>
      <a:lt2>
        <a:srgbClr val="E4F9E4"/>
      </a:lt2>
      <a:accent1>
        <a:srgbClr val="73D873"/>
      </a:accent1>
      <a:accent2>
        <a:srgbClr val="A17CC5"/>
      </a:accent2>
      <a:accent3>
        <a:srgbClr val="2C4E2C"/>
      </a:accent3>
      <a:accent4>
        <a:srgbClr val="C7F4C7"/>
      </a:accent4>
      <a:accent5>
        <a:srgbClr val="A3DEE0"/>
      </a:accent5>
      <a:accent6>
        <a:srgbClr val="E0E6BC"/>
      </a:accent6>
      <a:hlink>
        <a:srgbClr val="3A645D"/>
      </a:hlink>
      <a:folHlink>
        <a:srgbClr val="2C4E2C"/>
      </a:folHlink>
    </a:clrScheme>
    <a:fontScheme name="나 혼자 · 1인 가구 가족 소개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>나 혼자 · 1인 가구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