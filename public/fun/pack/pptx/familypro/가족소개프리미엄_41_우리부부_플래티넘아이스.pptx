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A001E9F-DBEF-4E74-A867-C757867C2D7F}">
          <p14:sldIdLst>
            <p14:sldId id="256"/>
          </p14:sldIdLst>
        </p14:section>
        <p14:section name="본문" id="{61C01B35-E238-49DA-9444-5143F4CFE31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506B9A7-800E-46EF-8566-47FD7B0F121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08A3E86D-A15E-4A0B-99D3-4D07B4B74A1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B9B8EAC4-D509-4902-AB12-A691D013138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2CFAABF2-78F3-40C7-B950-4F80F2397EB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아랫목에 이불 덮고 둘이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1922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19223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722353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22353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49C9-99E2-43F1-BF8A-F804E5DC1B48}" type="slidenum">
              <a:rPr lang="en-US"/>
              <a:t>‹#›</a:t>
            </a:fld>
            <a:endParaRPr lang="en-US"/>
          </a:p>
        </p:txBody>
      </p:sp>
      <p:sp>
        <p:nvSpPr>
          <p:cNvPr id="14" name="남편 카드"/>
          <p:cNvSpPr/>
          <p:nvPr/>
        </p:nvSpPr>
        <p:spPr>
          <a:xfrm>
            <a:off x="640080" y="1828800"/>
            <a:ext cx="492998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640080" y="4320540"/>
            <a:ext cx="49299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731519" y="4777740"/>
            <a:ext cx="474710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5844387" y="1828800"/>
            <a:ext cx="492998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아내 이름"/>
          <p:cNvSpPr txBox="1"/>
          <p:nvPr/>
        </p:nvSpPr>
        <p:spPr>
          <a:xfrm>
            <a:off x="5844387" y="4320540"/>
            <a:ext cx="49299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1" name="아내 소개"/>
          <p:cNvSpPr txBox="1"/>
          <p:nvPr/>
        </p:nvSpPr>
        <p:spPr>
          <a:xfrm>
            <a:off x="5935827" y="4777740"/>
            <a:ext cx="474710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6D51F-F11A-418A-9E39-A04BECB7DF02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685799" y="3246120"/>
            <a:ext cx="2442133" cy="2788920"/>
            <a:chOff x="685799" y="3246120"/>
            <a:chExt cx="244213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685799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처음 만난 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219373" y="3246120"/>
            <a:ext cx="2442133" cy="2788920"/>
            <a:chOff x="3219373" y="3246120"/>
            <a:chExt cx="244213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219373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5752947" y="3246120"/>
            <a:ext cx="2442133" cy="2788920"/>
            <a:chOff x="5752947" y="3246120"/>
            <a:chExt cx="244213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5752947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첫 집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286521" y="3246120"/>
            <a:ext cx="2442133" cy="2788920"/>
            <a:chOff x="8286521" y="3246120"/>
            <a:chExt cx="244213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286521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F0C5-BAD4-45C1-B0CC-F97DA2E5D313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91440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91440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DFBE3-A807-4097-8EEF-83F8FC459FF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9E03-8A7E-49E4-9852-678443700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