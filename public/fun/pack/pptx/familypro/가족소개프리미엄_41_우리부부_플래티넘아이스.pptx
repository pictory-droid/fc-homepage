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B79DE41-FD61-4182-9CBA-DBAB6EDD3E56}">
          <p14:sldIdLst>
            <p14:sldId id="256"/>
          </p14:sldIdLst>
        </p14:section>
        <p14:section name="본문" id="{F3707B63-D421-42FA-8208-B63DBE6073E2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8CC90CDB-2095-4F4B-AD7F-CBFADBBF7555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07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233007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233007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CD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07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CC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85337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chemeClr val="tx2">
                <a:alpha val="1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25570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76777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249929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657276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4392663" y="4416552"/>
            <a:ext cx="158378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3669724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2682172" y="5404104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1603180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813303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524188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813303" y="2350008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1603180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2682172" y="1271016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3669724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4392663" y="2350007"/>
            <a:ext cx="158378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6095847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459F493B-138E-45B1-9D40-C3BA50801D5F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07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233007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233007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07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85337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chemeClr val="tx2">
                <a:alpha val="1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25570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76777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249929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657276" y="3429000"/>
            <a:ext cx="1828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4392663" y="4416552"/>
            <a:ext cx="158378" cy="9144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3669724" y="5139490"/>
            <a:ext cx="91440" cy="158378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2682172" y="5404104"/>
            <a:ext cx="0" cy="182879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1603180" y="5139490"/>
            <a:ext cx="91440" cy="158378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813303" y="4416552"/>
            <a:ext cx="158379" cy="9144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524188" y="3429000"/>
            <a:ext cx="1828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813303" y="2350008"/>
            <a:ext cx="158379" cy="9144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1603180" y="1560131"/>
            <a:ext cx="91440" cy="158378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2682172" y="1271016"/>
            <a:ext cx="0" cy="182879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3669724" y="1560131"/>
            <a:ext cx="91440" cy="158378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4392663" y="2350007"/>
            <a:ext cx="158378" cy="9144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6095847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304B0861-43C3-4507-A4A9-1CE8F367CA88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4A77C66D-11B5-4C75-A9CE-4C9226384F82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PLATINUM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아랫목에 이불 덮고 둘이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우리 부부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PLATINUM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01922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19223" y="2057400"/>
            <a:ext cx="2171700" cy="2171700"/>
          </a:xfrm>
          <a:prstGeom prst="ellipse">
            <a:avLst/>
          </a:prstGeom>
        </p:spPr>
      </p:sp>
      <p:sp>
        <p:nvSpPr>
          <p:cNvPr id="19" name="사진 바탕 2"/>
          <p:cNvSpPr/>
          <p:nvPr/>
        </p:nvSpPr>
        <p:spPr>
          <a:xfrm>
            <a:off x="722353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223531" y="2057400"/>
            <a:ext cx="2171700" cy="2171700"/>
          </a:xfrm>
          <a:prstGeom prst="ellipse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89B8-0836-483A-A7C7-A389A7838123}" type="slidenum">
              <a:rPr lang="en-US"/>
              <a:t>‹#›</a:t>
            </a:fld>
            <a:endParaRPr lang="en-US"/>
          </a:p>
        </p:txBody>
      </p:sp>
      <p:sp>
        <p:nvSpPr>
          <p:cNvPr id="14" name="남편 카드"/>
          <p:cNvSpPr/>
          <p:nvPr/>
        </p:nvSpPr>
        <p:spPr>
          <a:xfrm>
            <a:off x="640080" y="1828800"/>
            <a:ext cx="492998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1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남편 이름"/>
          <p:cNvSpPr txBox="1"/>
          <p:nvPr/>
        </p:nvSpPr>
        <p:spPr>
          <a:xfrm>
            <a:off x="640080" y="4320540"/>
            <a:ext cx="492998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남편</a:t>
            </a:r>
          </a:p>
        </p:txBody>
      </p:sp>
      <p:sp>
        <p:nvSpPr>
          <p:cNvPr id="17" name="남편 소개"/>
          <p:cNvSpPr txBox="1"/>
          <p:nvPr/>
        </p:nvSpPr>
        <p:spPr>
          <a:xfrm>
            <a:off x="731519" y="4777740"/>
            <a:ext cx="474710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8" name="아내 카드"/>
          <p:cNvSpPr/>
          <p:nvPr/>
        </p:nvSpPr>
        <p:spPr>
          <a:xfrm>
            <a:off x="5844387" y="1828800"/>
            <a:ext cx="492998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1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아내 이름"/>
          <p:cNvSpPr txBox="1"/>
          <p:nvPr/>
        </p:nvSpPr>
        <p:spPr>
          <a:xfrm>
            <a:off x="5844387" y="4320540"/>
            <a:ext cx="492998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아내</a:t>
            </a:r>
          </a:p>
        </p:txBody>
      </p:sp>
      <p:sp>
        <p:nvSpPr>
          <p:cNvPr id="21" name="아내 소개"/>
          <p:cNvSpPr txBox="1"/>
          <p:nvPr/>
        </p:nvSpPr>
        <p:spPr>
          <a:xfrm>
            <a:off x="5935827" y="4777740"/>
            <a:ext cx="474710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PLATINUM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409229-350A-4EF4-8FCF-C246ADC103BF}" type="slidenum">
              <a:rPr lang="en-US"/>
              <a:t>‹#›</a:t>
            </a:fld>
            <a:endParaRPr lang="en-US"/>
          </a:p>
        </p:txBody>
      </p:sp>
      <p:grpSp>
        <p:nvGrpSpPr>
          <p:cNvPr id="6" name="때 1"/>
          <p:cNvGrpSpPr/>
          <p:nvPr/>
        </p:nvGrpSpPr>
        <p:grpSpPr>
          <a:xfrm>
            <a:off x="685799" y="3246120"/>
            <a:ext cx="2442133" cy="2788920"/>
            <a:chOff x="685799" y="3246120"/>
            <a:chExt cx="2442133" cy="2788920"/>
          </a:xfrm>
        </p:grpSpPr>
        <p:sp>
          <p:nvSpPr>
            <p:cNvPr id="7" name="단계 화살표"/>
            <p:cNvSpPr/>
            <p:nvPr/>
          </p:nvSpPr>
          <p:spPr>
            <a:xfrm>
              <a:off x="685799" y="3246120"/>
              <a:ext cx="244213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처음 만난 날</a:t>
              </a:r>
            </a:p>
          </p:txBody>
        </p:sp>
        <p:sp>
          <p:nvSpPr>
            <p:cNvPr id="8" name="제목"/>
            <p:cNvSpPr txBox="1"/>
            <p:nvPr/>
          </p:nvSpPr>
          <p:spPr>
            <a:xfrm>
              <a:off x="731519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9" name="내용"/>
            <p:cNvSpPr txBox="1"/>
            <p:nvPr/>
          </p:nvSpPr>
          <p:spPr>
            <a:xfrm>
              <a:off x="731519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 만났나요?</a:t>
              </a:r>
            </a:p>
          </p:txBody>
        </p:sp>
      </p:grpSp>
      <p:grpSp>
        <p:nvGrpSpPr>
          <p:cNvPr id="10" name="때 2"/>
          <p:cNvGrpSpPr/>
          <p:nvPr/>
        </p:nvGrpSpPr>
        <p:grpSpPr>
          <a:xfrm>
            <a:off x="3219373" y="3246120"/>
            <a:ext cx="2442133" cy="2788920"/>
            <a:chOff x="3219373" y="3246120"/>
            <a:chExt cx="2442133" cy="2788920"/>
          </a:xfrm>
        </p:grpSpPr>
        <p:sp>
          <p:nvSpPr>
            <p:cNvPr id="11" name="단계 화살표"/>
            <p:cNvSpPr/>
            <p:nvPr/>
          </p:nvSpPr>
          <p:spPr>
            <a:xfrm>
              <a:off x="3219373" y="3246120"/>
              <a:ext cx="244213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결혼</a:t>
              </a:r>
            </a:p>
          </p:txBody>
        </p:sp>
        <p:sp>
          <p:nvSpPr>
            <p:cNvPr id="12" name="제목"/>
            <p:cNvSpPr txBox="1"/>
            <p:nvPr/>
          </p:nvSpPr>
          <p:spPr>
            <a:xfrm>
              <a:off x="3265093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시작한 날</a:t>
              </a:r>
            </a:p>
          </p:txBody>
        </p:sp>
        <p:sp>
          <p:nvSpPr>
            <p:cNvPr id="13" name="내용"/>
            <p:cNvSpPr txBox="1"/>
            <p:nvPr/>
          </p:nvSpPr>
          <p:spPr>
            <a:xfrm>
              <a:off x="3265093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4" name="때 3"/>
          <p:cNvGrpSpPr/>
          <p:nvPr/>
        </p:nvGrpSpPr>
        <p:grpSpPr>
          <a:xfrm>
            <a:off x="5752947" y="3246120"/>
            <a:ext cx="2442133" cy="2788920"/>
            <a:chOff x="5752947" y="3246120"/>
            <a:chExt cx="2442133" cy="2788920"/>
          </a:xfrm>
        </p:grpSpPr>
        <p:sp>
          <p:nvSpPr>
            <p:cNvPr id="15" name="단계 화살표"/>
            <p:cNvSpPr/>
            <p:nvPr/>
          </p:nvSpPr>
          <p:spPr>
            <a:xfrm>
              <a:off x="5752947" y="3246120"/>
              <a:ext cx="244213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첫 집</a:t>
              </a:r>
            </a:p>
          </p:txBody>
        </p:sp>
        <p:sp>
          <p:nvSpPr>
            <p:cNvPr id="16" name="제목"/>
            <p:cNvSpPr txBox="1"/>
            <p:nvPr/>
          </p:nvSpPr>
          <p:spPr>
            <a:xfrm>
              <a:off x="5798667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보금자리</a:t>
              </a:r>
            </a:p>
          </p:txBody>
        </p:sp>
        <p:sp>
          <p:nvSpPr>
            <p:cNvPr id="17" name="내용"/>
            <p:cNvSpPr txBox="1"/>
            <p:nvPr/>
          </p:nvSpPr>
          <p:spPr>
            <a:xfrm>
              <a:off x="5798667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이사한 날</a:t>
              </a:r>
            </a:p>
          </p:txBody>
        </p:sp>
      </p:grpSp>
      <p:grpSp>
        <p:nvGrpSpPr>
          <p:cNvPr id="18" name="때 4"/>
          <p:cNvGrpSpPr/>
          <p:nvPr/>
        </p:nvGrpSpPr>
        <p:grpSpPr>
          <a:xfrm>
            <a:off x="8286521" y="3246120"/>
            <a:ext cx="2442133" cy="2788920"/>
            <a:chOff x="8286521" y="3246120"/>
            <a:chExt cx="2442133" cy="2788920"/>
          </a:xfrm>
        </p:grpSpPr>
        <p:sp>
          <p:nvSpPr>
            <p:cNvPr id="19" name="단계 화살표"/>
            <p:cNvSpPr/>
            <p:nvPr/>
          </p:nvSpPr>
          <p:spPr>
            <a:xfrm>
              <a:off x="8286521" y="3246120"/>
              <a:ext cx="244213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20" name="제목"/>
            <p:cNvSpPr txBox="1"/>
            <p:nvPr/>
          </p:nvSpPr>
          <p:spPr>
            <a:xfrm>
              <a:off x="8332241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1" name="내용"/>
            <p:cNvSpPr txBox="1"/>
            <p:nvPr/>
          </p:nvSpPr>
          <p:spPr>
            <a:xfrm>
              <a:off x="8332241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PLATINUM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7B1E3-49EC-4C6F-A5E0-B4A0BF9FDD32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640080" y="1828800"/>
            <a:ext cx="10134295" cy="1005840"/>
            <a:chOff x="640080" y="1828800"/>
            <a:chExt cx="10134295" cy="1005840"/>
          </a:xfrm>
        </p:grpSpPr>
        <p:sp>
          <p:nvSpPr>
            <p:cNvPr id="7" name="줄 바탕"/>
            <p:cNvSpPr/>
            <p:nvPr/>
          </p:nvSpPr>
          <p:spPr>
            <a:xfrm>
              <a:off x="640080" y="1828800"/>
              <a:ext cx="1013429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103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64592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480560" y="1993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663440" y="1874519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하루에 한 번 서로 안아 주기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640080" y="2971800"/>
            <a:ext cx="10134295" cy="1005840"/>
            <a:chOff x="640080" y="2971800"/>
            <a:chExt cx="10134295" cy="1005840"/>
          </a:xfrm>
        </p:grpSpPr>
        <p:sp>
          <p:nvSpPr>
            <p:cNvPr id="13" name="줄 바탕"/>
            <p:cNvSpPr/>
            <p:nvPr/>
          </p:nvSpPr>
          <p:spPr>
            <a:xfrm>
              <a:off x="640080" y="2971800"/>
              <a:ext cx="1013429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914400" y="3246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5" name="줄 제목"/>
            <p:cNvSpPr txBox="1"/>
            <p:nvPr/>
          </p:nvSpPr>
          <p:spPr>
            <a:xfrm>
              <a:off x="164592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4480560" y="3136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7" name="줄 내용"/>
            <p:cNvSpPr txBox="1"/>
            <p:nvPr/>
          </p:nvSpPr>
          <p:spPr>
            <a:xfrm>
              <a:off x="4663440" y="3017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화가 나도 잠자리 전엔 풀기</a:t>
              </a:r>
            </a:p>
          </p:txBody>
        </p:sp>
      </p:grpSp>
      <p:grpSp>
        <p:nvGrpSpPr>
          <p:cNvPr id="18" name="줄 3"/>
          <p:cNvGrpSpPr/>
          <p:nvPr/>
        </p:nvGrpSpPr>
        <p:grpSpPr>
          <a:xfrm>
            <a:off x="640080" y="4114800"/>
            <a:ext cx="10134295" cy="1005840"/>
            <a:chOff x="640080" y="4114800"/>
            <a:chExt cx="10134295" cy="1005840"/>
          </a:xfrm>
        </p:grpSpPr>
        <p:sp>
          <p:nvSpPr>
            <p:cNvPr id="19" name="줄 바탕"/>
            <p:cNvSpPr/>
            <p:nvPr/>
          </p:nvSpPr>
          <p:spPr>
            <a:xfrm>
              <a:off x="640080" y="4114800"/>
              <a:ext cx="1013429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914400" y="4389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1" name="줄 제목"/>
            <p:cNvSpPr txBox="1"/>
            <p:nvPr/>
          </p:nvSpPr>
          <p:spPr>
            <a:xfrm>
              <a:off x="164592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4480560" y="4279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3" name="줄 내용"/>
            <p:cNvSpPr txBox="1"/>
            <p:nvPr/>
          </p:nvSpPr>
          <p:spPr>
            <a:xfrm>
              <a:off x="4663440" y="4160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데이트하기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PLATINUM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0AEBA-5236-4777-B6CB-A679C168C7E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PLATINUM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DF63F0-A8A9-4524-86B4-CDB1F3C737C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PLATINUM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우리 부부 가족 소개">
  <a:themeElements>
    <a:clrScheme name="우리 부부 가족 소개">
      <a:dk1>
        <a:srgbClr val="373F48"/>
      </a:dk1>
      <a:lt1>
        <a:srgbClr val="FBFCFD"/>
      </a:lt1>
      <a:dk2>
        <a:srgbClr val="1F3045"/>
      </a:dk2>
      <a:lt2>
        <a:srgbClr val="F1F4F7"/>
      </a:lt2>
      <a:accent1>
        <a:srgbClr val="5E7894"/>
      </a:accent1>
      <a:accent2>
        <a:srgbClr val="38B6CF"/>
      </a:accent2>
      <a:accent3>
        <a:srgbClr val="55606D"/>
      </a:accent3>
      <a:accent4>
        <a:srgbClr val="D4DBE3"/>
      </a:accent4>
      <a:accent5>
        <a:srgbClr val="BCC6D0"/>
      </a:accent5>
      <a:accent6>
        <a:srgbClr val="8BD2E1"/>
      </a:accent6>
      <a:hlink>
        <a:srgbClr val="1F3045"/>
      </a:hlink>
      <a:folHlink>
        <a:srgbClr val="55606D"/>
      </a:folHlink>
    </a:clrScheme>
    <a:fontScheme name="우리 부부 가족 소개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>우리 부부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