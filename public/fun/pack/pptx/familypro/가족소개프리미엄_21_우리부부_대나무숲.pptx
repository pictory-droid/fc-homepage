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20BFBA3-858D-423D-848C-08BB4AE31077}">
          <p14:sldIdLst>
            <p14:sldId id="256"/>
          </p14:sldIdLst>
        </p14:section>
        <p14:section name="본문" id="{D79E1734-C42B-453F-8B81-98CF930A07B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17FE7B5-BB1D-4172-9A7A-F721FAC2340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DED4B23-825D-407E-ABC6-8CFCC04BB74E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32146" y="747979"/>
            <a:ext cx="273176" cy="316338"/>
            <a:chOff x="11232146" y="747979"/>
            <a:chExt cx="273176" cy="316338"/>
          </a:xfrm>
        </p:grpSpPr>
        <p:sp>
          <p:nvSpPr>
            <p:cNvPr id="5" name="Oval 4"/>
            <p:cNvSpPr/>
            <p:nvPr/>
          </p:nvSpPr>
          <p:spPr>
            <a:xfrm>
              <a:off x="11314328" y="7479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11396509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11365119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11263537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11232146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333530" y="8791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4DA7136-FCE4-4916-A63E-00E2E42BECC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32146" y="747979"/>
            <a:ext cx="273176" cy="316338"/>
            <a:chOff x="11232146" y="747979"/>
            <a:chExt cx="273176" cy="316338"/>
          </a:xfrm>
        </p:grpSpPr>
        <p:sp>
          <p:nvSpPr>
            <p:cNvPr id="5" name="Oval 4"/>
            <p:cNvSpPr/>
            <p:nvPr/>
          </p:nvSpPr>
          <p:spPr>
            <a:xfrm>
              <a:off x="11314328" y="747979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 rot="4320000">
              <a:off x="11396509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8640000">
              <a:off x="11365119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12960000">
              <a:off x="11263537" y="90429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7280000">
              <a:off x="11232146" y="807687"/>
              <a:ext cx="108813" cy="16002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333530" y="879195"/>
              <a:ext cx="70408" cy="704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F12F638-FCF5-4B4B-922D-8E1FA775178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7" name="Oval 6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대나무 숲길을 팔짱 끼고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41127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1276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0A43-577B-4CD2-A9BF-65C0189F4406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361A9-5AC9-41F2-815A-5BFCE0E25498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처음 만난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결혼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집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64C7B-5231-4806-A0DA-8D37ED02CF8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AC84F-3902-4523-B0C0-1062F0F938D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A770D-52D8-463C-A97A-1A7F5137A24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3A4A64"/>
      </a:dk2>
      <a:lt2>
        <a:srgbClr val="DEF9EC"/>
      </a:lt2>
      <a:accent1>
        <a:srgbClr val="7EE2B0"/>
      </a:accent1>
      <a:accent2>
        <a:srgbClr val="CF8693"/>
      </a:accent2>
      <a:accent3>
        <a:srgbClr val="2C4E3D"/>
      </a:accent3>
      <a:accent4>
        <a:srgbClr val="C5F7DE"/>
      </a:accent4>
      <a:accent5>
        <a:srgbClr val="A3C0E0"/>
      </a:accent5>
      <a:accent6>
        <a:srgbClr val="CCE6BC"/>
      </a:accent6>
      <a:hlink>
        <a:srgbClr val="3A4A64"/>
      </a:hlink>
      <a:folHlink>
        <a:srgbClr val="2C4E3D"/>
      </a:folHlink>
    </a:clrScheme>
    <a:fontScheme name="우리 부부 가족 소개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