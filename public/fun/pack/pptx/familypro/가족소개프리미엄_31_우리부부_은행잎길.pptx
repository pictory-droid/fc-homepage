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ACE9BB2-0CF2-46C0-A891-03F226AC09BA}">
          <p14:sldIdLst>
            <p14:sldId id="256"/>
          </p14:sldIdLst>
        </p14:section>
        <p14:section name="본문" id="{EF08CBF5-74F8-4929-9B43-AF92D3B29C2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43EA361-91D2-4D3C-B320-95EE4DC9CBD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5EF59C5-F8DD-49FB-AEA1-6A144BBD3F6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6B5D834-08A0-484C-8F60-4DB00E8EC94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809D6EE-F544-4A7D-906E-98E888C4DD6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7" name="Rounded Rectangle 6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은행잎 밟으며 걷던 아침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381C-73FF-41A0-B004-346147D8162F}" type="slidenum">
              <a:rPr lang="en-US"/>
              <a:t>‹#›</a:t>
            </a:fld>
            <a:endParaRPr lang="en-US"/>
          </a:p>
        </p:txBody>
      </p:sp>
      <p:sp>
        <p:nvSpPr>
          <p:cNvPr id="14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1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9D45-91DD-4D15-A37A-70DAFE13CCB0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집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3ED2-EB2E-4EA4-A76A-DF70B56E431B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7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D6ADF-CA0B-4891-B090-9277403D843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1973-F49D-41DD-9253-ADBE3A2DB22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