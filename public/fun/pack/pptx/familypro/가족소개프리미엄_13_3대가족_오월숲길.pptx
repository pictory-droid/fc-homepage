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564AFB2-9648-4C03-9999-042240AD5140}">
          <p14:sldIdLst>
            <p14:sldId id="256"/>
          </p14:sldIdLst>
        </p14:section>
        <p14:section name="본문" id="{1B531F3D-A19E-412D-B0B9-47EC9A81E9D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18AA2FF-5C40-4C5C-87C4-79F3A155758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C068484-03FB-49B6-916B-C26FB1504BEA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75419" y="6164884"/>
            <a:ext cx="312201" cy="361530"/>
            <a:chOff x="575419" y="6164884"/>
            <a:chExt cx="312201" cy="361530"/>
          </a:xfrm>
        </p:grpSpPr>
        <p:sp>
          <p:nvSpPr>
            <p:cNvPr id="5" name="Oval 4"/>
            <p:cNvSpPr/>
            <p:nvPr/>
          </p:nvSpPr>
          <p:spPr>
            <a:xfrm>
              <a:off x="669340" y="6164884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763262" y="6233122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727387" y="6343534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611293" y="6343534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575419" y="6233122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1286" y="6314846"/>
              <a:ext cx="80467" cy="804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4EF2011-7966-4C77-B508-72144E338A3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75419" y="6164884"/>
            <a:ext cx="312201" cy="361530"/>
            <a:chOff x="575419" y="6164884"/>
            <a:chExt cx="312201" cy="361530"/>
          </a:xfrm>
        </p:grpSpPr>
        <p:sp>
          <p:nvSpPr>
            <p:cNvPr id="5" name="Oval 4"/>
            <p:cNvSpPr/>
            <p:nvPr/>
          </p:nvSpPr>
          <p:spPr>
            <a:xfrm>
              <a:off x="669340" y="6164884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763262" y="6233122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727387" y="6343534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611293" y="6343534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575419" y="6233122"/>
              <a:ext cx="124358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1286" y="6314846"/>
              <a:ext cx="80467" cy="804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25D1706-2C01-4CEC-8BE4-35B598F8799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오월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도시락 싸 들고 오월 숲길로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5002-A9A1-4285-85D2-8E56E970AFEE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DDD4-B042-4DA0-BCDB-FDBC95972847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751CA-A886-468B-AF7C-08A31B21BCA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183D1-2756-4B80-AEF6-70EE3175656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FBC2-01D7-4782-BCC5-0022A7D74F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오월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3A6462"/>
      </a:dk2>
      <a:lt2>
        <a:srgbClr val="E4F9EA"/>
      </a:lt2>
      <a:accent1>
        <a:srgbClr val="73D892"/>
      </a:accent1>
      <a:accent2>
        <a:srgbClr val="927CC5"/>
      </a:accent2>
      <a:accent3>
        <a:srgbClr val="2C4E36"/>
      </a:accent3>
      <a:accent4>
        <a:srgbClr val="C7F4D5"/>
      </a:accent4>
      <a:accent5>
        <a:srgbClr val="A3CCE0"/>
      </a:accent5>
      <a:accent6>
        <a:srgbClr val="D4E6BC"/>
      </a:accent6>
      <a:hlink>
        <a:srgbClr val="3A6462"/>
      </a:hlink>
      <a:folHlink>
        <a:srgbClr val="2C4E36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