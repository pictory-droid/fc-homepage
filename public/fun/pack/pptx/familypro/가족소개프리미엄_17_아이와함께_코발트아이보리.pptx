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F481459-7044-46E4-B5BD-A3557B23BF78}">
          <p14:sldIdLst>
            <p14:sldId id="256"/>
          </p14:sldIdLst>
        </p14:section>
        <p14:section name="본문" id="{4B25911E-DFC8-4379-B81E-F82A9ADD379B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C6D5FE1-1A0A-4293-BFAE-6C5429C2B0D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78C0E21-C55A-48F5-B852-57ED6038783C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2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3C7D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9E858AA7-DCED-4711-8C26-EB4C28E3800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D87DF47-1259-43FD-85EE-73B68264D45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해바라기보다 키가 큰 아이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아이와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101465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101465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3852209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852209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5" name="사진 바탕 3"/>
          <p:cNvSpPr/>
          <p:nvPr/>
        </p:nvSpPr>
        <p:spPr>
          <a:xfrm>
            <a:off x="6602953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602953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30" name="사진 바탕 4"/>
          <p:cNvSpPr/>
          <p:nvPr/>
        </p:nvSpPr>
        <p:spPr>
          <a:xfrm>
            <a:off x="9353697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353697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1ED97-A2F7-459F-BE54-340AA7E7CDC4}" type="slidenum">
              <a:rPr lang="en-US"/>
              <a:t>‹#›</a:t>
            </a:fld>
            <a:endParaRPr lang="en-US"/>
          </a:p>
        </p:txBody>
      </p:sp>
      <p:sp>
        <p:nvSpPr>
          <p:cNvPr id="13" name="아빠 카드"/>
          <p:cNvSpPr/>
          <p:nvPr/>
        </p:nvSpPr>
        <p:spPr>
          <a:xfrm>
            <a:off x="731520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2311831" cy="3957751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아빠 이름"/>
          <p:cNvSpPr txBox="1"/>
          <p:nvPr/>
        </p:nvSpPr>
        <p:spPr>
          <a:xfrm>
            <a:off x="731520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17" name="아빠 소개"/>
          <p:cNvSpPr txBox="1"/>
          <p:nvPr/>
        </p:nvSpPr>
        <p:spPr>
          <a:xfrm>
            <a:off x="822960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8" name="엄마 카드"/>
          <p:cNvSpPr/>
          <p:nvPr/>
        </p:nvSpPr>
        <p:spPr>
          <a:xfrm>
            <a:off x="3482263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3564559" y="1911095"/>
            <a:ext cx="2311831" cy="3957751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엄마 이름"/>
          <p:cNvSpPr txBox="1"/>
          <p:nvPr/>
        </p:nvSpPr>
        <p:spPr>
          <a:xfrm>
            <a:off x="3482263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2" name="엄마 소개"/>
          <p:cNvSpPr txBox="1"/>
          <p:nvPr/>
        </p:nvSpPr>
        <p:spPr>
          <a:xfrm>
            <a:off x="3573703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3" name="첫째 카드"/>
          <p:cNvSpPr/>
          <p:nvPr/>
        </p:nvSpPr>
        <p:spPr>
          <a:xfrm>
            <a:off x="6233007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안쪽 선"/>
          <p:cNvSpPr/>
          <p:nvPr/>
        </p:nvSpPr>
        <p:spPr>
          <a:xfrm>
            <a:off x="6315303" y="1911095"/>
            <a:ext cx="2311831" cy="3957751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첫째 이름"/>
          <p:cNvSpPr txBox="1"/>
          <p:nvPr/>
        </p:nvSpPr>
        <p:spPr>
          <a:xfrm>
            <a:off x="6233007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첫째</a:t>
            </a:r>
          </a:p>
        </p:txBody>
      </p:sp>
      <p:sp>
        <p:nvSpPr>
          <p:cNvPr id="27" name="첫째 소개"/>
          <p:cNvSpPr txBox="1"/>
          <p:nvPr/>
        </p:nvSpPr>
        <p:spPr>
          <a:xfrm>
            <a:off x="6324447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  <p:sp>
        <p:nvSpPr>
          <p:cNvPr id="28" name="둘째 카드"/>
          <p:cNvSpPr/>
          <p:nvPr/>
        </p:nvSpPr>
        <p:spPr>
          <a:xfrm>
            <a:off x="8983751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안쪽 선"/>
          <p:cNvSpPr/>
          <p:nvPr/>
        </p:nvSpPr>
        <p:spPr>
          <a:xfrm>
            <a:off x="9066047" y="1911095"/>
            <a:ext cx="2311831" cy="3957751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둘째 이름"/>
          <p:cNvSpPr txBox="1"/>
          <p:nvPr/>
        </p:nvSpPr>
        <p:spPr>
          <a:xfrm>
            <a:off x="8983751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둘째</a:t>
            </a:r>
          </a:p>
        </p:txBody>
      </p:sp>
      <p:sp>
        <p:nvSpPr>
          <p:cNvPr id="32" name="둘째 소개"/>
          <p:cNvSpPr txBox="1"/>
          <p:nvPr/>
        </p:nvSpPr>
        <p:spPr>
          <a:xfrm>
            <a:off x="9075191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D2B97-D8CC-4E7C-9A8D-C52B6571F9B2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가족이 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시작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만난 날의 이야기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아이가 태어난 날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 식구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첫 가족 여행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떠난 길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웃었던 순간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3AF00-23FD-4471-952A-AB908B39D26C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148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005840" y="2487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밥은 꼭 함께 먹기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4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813816" y="3054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960120" y="3291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1005840" y="3630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잠들기 전에 사랑한다고 말하기</a:t>
              </a:r>
            </a:p>
          </p:txBody>
        </p:sp>
      </p:grpSp>
      <p:grpSp>
        <p:nvGrpSpPr>
          <p:cNvPr id="21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2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3816" y="4197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960120" y="44348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1005840" y="4773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주말에는 함께 산책하기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B11EB-D629-4289-AA24-BBF37F401F4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CFC6-89B2-473D-A059-9105F7785CC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아이와 함께 가족 소개">
  <a:themeElements>
    <a:clrScheme name="아이와 함께 가족 소개">
      <a:dk1>
        <a:srgbClr val="373D48"/>
      </a:dk1>
      <a:lt1>
        <a:srgbClr val="FDFDFB"/>
      </a:lt1>
      <a:dk2>
        <a:srgbClr val="14264F"/>
      </a:dk2>
      <a:lt2>
        <a:srgbClr val="F9F7F0"/>
      </a:lt2>
      <a:accent1>
        <a:srgbClr val="2848A8"/>
      </a:accent1>
      <a:accent2>
        <a:srgbClr val="D9A441"/>
      </a:accent2>
      <a:accent3>
        <a:srgbClr val="707A8F"/>
      </a:accent3>
      <a:accent4>
        <a:srgbClr val="CFD4E2"/>
      </a:accent4>
      <a:accent5>
        <a:srgbClr val="CDAA5D"/>
      </a:accent5>
      <a:accent6>
        <a:srgbClr val="E7C990"/>
      </a:accent6>
      <a:hlink>
        <a:srgbClr val="14264F"/>
      </a:hlink>
      <a:folHlink>
        <a:srgbClr val="707A8F"/>
      </a:folHlink>
    </a:clrScheme>
    <a:fontScheme name="아이와 함께 가족 소개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>아이와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