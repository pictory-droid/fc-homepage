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72F5641-4429-4AA8-AEEB-40BD02CDA94F}">
          <p14:sldIdLst>
            <p14:sldId id="256"/>
          </p14:sldIdLst>
        </p14:section>
        <p14:section name="본문" id="{D715DE71-6151-4FD5-9DBA-DBB00FAE07D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3AB29A8-CADD-41F4-8B4B-7E3C0858861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1C2E880-BCC4-4F40-942D-36353C76DF0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AD89C0E-C325-43FB-86F1-68092085FC3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A28A471-1D48-4D9F-8CE7-F65649FD90A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해바라기보다 키가 큰 아이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1B48-7E23-48E5-9B9A-545BC136D2F3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3564559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2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3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6315303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7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8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안쪽 선"/>
          <p:cNvSpPr/>
          <p:nvPr/>
        </p:nvSpPr>
        <p:spPr>
          <a:xfrm>
            <a:off x="9066047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32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C83DB-F4FA-43F9-A7E3-3450CF39D408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A98-C532-472B-B3DA-04222CE3A95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4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2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C53A-448B-48F4-864A-46DBC4270D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405A-2966-4FC0-941F-29DF8A7914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아이와 함께 가족 소개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