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3327485-266D-4921-A944-4380811E1F2B}">
          <p14:sldIdLst>
            <p14:sldId id="256"/>
          </p14:sldIdLst>
        </p14:section>
        <p14:section name="본문" id="{278808B2-1FEA-49D5-BFDF-22238C76A04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7828712-E6A3-47C4-9B87-28578ACB4AC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D68FA2D-0C5C-4876-B1FC-43F15FDDDBBF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6024524" y="1344168"/>
            <a:ext cx="142646" cy="274320"/>
            <a:chOff x="6024524" y="1344168"/>
            <a:chExt cx="142646" cy="274320"/>
          </a:xfrm>
        </p:grpSpPr>
        <p:sp>
          <p:nvSpPr>
            <p:cNvPr id="4" name="Rounded Rectangle 3"/>
            <p:cNvSpPr/>
            <p:nvPr/>
          </p:nvSpPr>
          <p:spPr>
            <a:xfrm>
              <a:off x="6024524" y="1377086"/>
              <a:ext cx="142646" cy="208483"/>
            </a:xfrm>
            <a:prstGeom prst="roundRect">
              <a:avLst>
                <a:gd name="adj" fmla="val 3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57442" y="1344168"/>
              <a:ext cx="76809" cy="274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057442" y="1591056"/>
              <a:ext cx="76809" cy="274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F886D6D-A546-4513-A6BA-41EE17C30E3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6024524" y="1344168"/>
            <a:ext cx="142646" cy="274320"/>
            <a:chOff x="6024524" y="1344168"/>
            <a:chExt cx="142646" cy="274320"/>
          </a:xfrm>
        </p:grpSpPr>
        <p:sp>
          <p:nvSpPr>
            <p:cNvPr id="4" name="Rounded Rectangle 3"/>
            <p:cNvSpPr/>
            <p:nvPr/>
          </p:nvSpPr>
          <p:spPr>
            <a:xfrm>
              <a:off x="6024524" y="1377086"/>
              <a:ext cx="142646" cy="208483"/>
            </a:xfrm>
            <a:prstGeom prst="roundRect">
              <a:avLst>
                <a:gd name="adj" fmla="val 3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057442" y="1344168"/>
              <a:ext cx="76809" cy="274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057442" y="1591056"/>
              <a:ext cx="76809" cy="274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D6D95E8-0FDB-41F2-92A2-5F8485F6761E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53201" y="5212080"/>
            <a:ext cx="285292" cy="548640"/>
            <a:chOff x="5953201" y="5212080"/>
            <a:chExt cx="285292" cy="548640"/>
          </a:xfrm>
        </p:grpSpPr>
        <p:sp>
          <p:nvSpPr>
            <p:cNvPr id="6" name="Rounded Rectangle 5"/>
            <p:cNvSpPr/>
            <p:nvPr/>
          </p:nvSpPr>
          <p:spPr>
            <a:xfrm>
              <a:off x="5953201" y="5277916"/>
              <a:ext cx="285292" cy="416966"/>
            </a:xfrm>
            <a:prstGeom prst="roundRect">
              <a:avLst>
                <a:gd name="adj" fmla="val 30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019038" y="5212080"/>
              <a:ext cx="153619" cy="54864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019038" y="5705856"/>
              <a:ext cx="153619" cy="54864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진달래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뒷산 진달래 따러 간 아이들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3710863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22" name="사진 바탕 3"/>
          <p:cNvSpPr/>
          <p:nvPr/>
        </p:nvSpPr>
        <p:spPr>
          <a:xfrm>
            <a:off x="6461607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26" name="사진 바탕 4"/>
          <p:cNvSpPr/>
          <p:nvPr/>
        </p:nvSpPr>
        <p:spPr>
          <a:xfrm>
            <a:off x="9212351" y="2057400"/>
            <a:ext cx="2019223" cy="2019223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C9E82-7160-46B0-9283-0071169D780A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8518F-3437-4840-A288-85BDCE88A996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가족이 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아이가 태어난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가족 여행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48F3C-23BD-4320-9530-25F77AEF2A5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57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 txBox="1"/>
            <p:nvPr/>
          </p:nvSpPr>
          <p:spPr>
            <a:xfrm>
              <a:off x="914400" y="3200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 txBox="1"/>
            <p:nvPr/>
          </p:nvSpPr>
          <p:spPr>
            <a:xfrm>
              <a:off x="914400" y="4343400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24C6-E37F-41E8-B052-84C8D11EB61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3063C-49DF-48C6-B411-34E98D11CB4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진달래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B2724"/>
      </a:dk1>
      <a:lt1>
        <a:srgbClr val="FFFFFF"/>
      </a:lt1>
      <a:dk2>
        <a:srgbClr val="644B3A"/>
      </a:dk2>
      <a:lt2>
        <a:srgbClr val="F9E4F3"/>
      </a:lt2>
      <a:accent1>
        <a:srgbClr val="D873BA"/>
      </a:accent1>
      <a:accent2>
        <a:srgbClr val="7CC5AA"/>
      </a:accent2>
      <a:accent3>
        <a:srgbClr val="4E2C44"/>
      </a:accent3>
      <a:accent4>
        <a:srgbClr val="F4C7E7"/>
      </a:accent4>
      <a:accent5>
        <a:srgbClr val="E0B8A3"/>
      </a:accent5>
      <a:accent6>
        <a:srgbClr val="CEBCE6"/>
      </a:accent6>
      <a:hlink>
        <a:srgbClr val="644B3A"/>
      </a:hlink>
      <a:folHlink>
        <a:srgbClr val="4E2C44"/>
      </a:folHlink>
    </a:clrScheme>
    <a:fontScheme name="아이와 함께 가족 소개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