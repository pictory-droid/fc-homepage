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1C6D75-09F0-45B2-8A75-00FE86BF1B27}">
          <p14:sldIdLst>
            <p14:sldId id="256"/>
          </p14:sldIdLst>
        </p14:section>
        <p14:section name="본문" id="{96B99D32-CBE6-4052-BA00-4F5AA3A3FCD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88E95B8-6256-422D-BE6E-DE2DFEC7A3A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1CF6C7B-E4B7-4C32-81BA-AA4410A61D01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3637" y="6278270"/>
            <a:ext cx="343082" cy="153619"/>
            <a:chOff x="11273637" y="6278270"/>
            <a:chExt cx="343082" cy="153619"/>
          </a:xfrm>
        </p:grpSpPr>
        <p:sp>
          <p:nvSpPr>
            <p:cNvPr id="5" name="Oval 4"/>
            <p:cNvSpPr/>
            <p:nvPr/>
          </p:nvSpPr>
          <p:spPr>
            <a:xfrm>
              <a:off x="11273637" y="6278270"/>
              <a:ext cx="153619" cy="1536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1422136" y="6298752"/>
              <a:ext cx="112654" cy="112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545031" y="6319235"/>
              <a:ext cx="71688" cy="7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9F9C9E8-95CE-4E6C-9599-115AA2C29DD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3637" y="6278270"/>
            <a:ext cx="343082" cy="153619"/>
            <a:chOff x="11273637" y="6278270"/>
            <a:chExt cx="343082" cy="153619"/>
          </a:xfrm>
        </p:grpSpPr>
        <p:sp>
          <p:nvSpPr>
            <p:cNvPr id="5" name="Oval 4"/>
            <p:cNvSpPr/>
            <p:nvPr/>
          </p:nvSpPr>
          <p:spPr>
            <a:xfrm>
              <a:off x="11273637" y="6278270"/>
              <a:ext cx="153619" cy="1536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1422136" y="6298752"/>
              <a:ext cx="112654" cy="112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545031" y="6319235"/>
              <a:ext cx="71688" cy="7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135A61C-840D-46EC-B08A-12916C1A568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처마 밑 제비집을 올려다보던 삼대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ellipse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ellipse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ellipse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AFC-DFA1-41DC-9EEA-641B750A59DD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62C7-4635-409E-8AFD-FFCF00B6DBB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29660-8115-405C-9843-F1F592AF296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2B-1E42-4592-A026-C9C89FF3020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6BE54-A4CA-4FE4-BA1D-DE748CB2F6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3A4564"/>
      </a:dk2>
      <a:lt2>
        <a:srgbClr val="E4EDF9"/>
      </a:lt2>
      <a:accent1>
        <a:srgbClr val="739DD8"/>
      </a:accent1>
      <a:accent2>
        <a:srgbClr val="827CC5"/>
      </a:accent2>
      <a:accent3>
        <a:srgbClr val="2C3A4E"/>
      </a:accent3>
      <a:accent4>
        <a:srgbClr val="C7DAF4"/>
      </a:accent4>
      <a:accent5>
        <a:srgbClr val="C9A3E0"/>
      </a:accent5>
      <a:accent6>
        <a:srgbClr val="BCE6DA"/>
      </a:accent6>
      <a:hlink>
        <a:srgbClr val="3A4564"/>
      </a:hlink>
      <a:folHlink>
        <a:srgbClr val="2C3A4E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