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5574E29-6DD1-4CDF-B946-1A01C559581D}">
          <p14:sldIdLst>
            <p14:sldId id="256"/>
          </p14:sldIdLst>
        </p14:section>
        <p14:section name="본문" id="{E1367A11-DD42-4466-A0AD-E257052FE40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B44C135-5278-467E-B497-47B22BEBB79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7F9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8B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184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40006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1280086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1737286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1051486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529510" y="1645919"/>
            <a:ext cx="768096" cy="768096"/>
          </a:xfrm>
          <a:prstGeom prst="ellipse">
            <a:avLst/>
          </a:prstGeom>
          <a:noFill/>
          <a:ln w="19050">
            <a:solidFill>
              <a:srgbClr val="F7F9FC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7F9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471FDD69-2745-414C-AC01-36116B77C25D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7F9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8B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184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40006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1280086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1737286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1051486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529510" y="1645919"/>
            <a:ext cx="768096" cy="768096"/>
          </a:xfrm>
          <a:prstGeom prst="ellipse">
            <a:avLst/>
          </a:prstGeom>
          <a:noFill/>
          <a:ln w="19050">
            <a:solidFill>
              <a:srgbClr val="F7F9FC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7F9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990F8F38-BF81-440C-9719-EE83696ACE6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45A044C6-6F24-4DA7-B0C8-7F9FF4BEA8EF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MIDNIGHT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하얀 아침을 창가에서 혼자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2" name="사진 바탕 3"/>
          <p:cNvSpPr/>
          <p:nvPr/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43350-8EF5-4281-983C-31DECA806A9C}" type="slidenum">
              <a:rPr lang="en-US"/>
              <a:t>‹#›</a:t>
            </a:fld>
            <a:endParaRPr lang="en-US"/>
          </a:p>
        </p:txBody>
      </p:sp>
      <p:sp>
        <p:nvSpPr>
          <p:cNvPr id="13" name="나 카드"/>
          <p:cNvSpPr/>
          <p:nvPr/>
        </p:nvSpPr>
        <p:spPr>
          <a:xfrm>
            <a:off x="731520" y="1828800"/>
            <a:ext cx="3393338" cy="427482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나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6" name="나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요즘 관심사</a:t>
            </a:r>
          </a:p>
        </p:txBody>
      </p:sp>
      <p:sp>
        <p:nvSpPr>
          <p:cNvPr id="17" name="내 공간 카드"/>
          <p:cNvSpPr/>
          <p:nvPr/>
        </p:nvSpPr>
        <p:spPr>
          <a:xfrm>
            <a:off x="4399178" y="1828800"/>
            <a:ext cx="3393338" cy="427482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내 공간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0" name="내 공간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나만의 규칙</a:t>
            </a:r>
          </a:p>
        </p:txBody>
      </p:sp>
      <p:sp>
        <p:nvSpPr>
          <p:cNvPr id="21" name="내 하루 카드"/>
          <p:cNvSpPr/>
          <p:nvPr/>
        </p:nvSpPr>
        <p:spPr>
          <a:xfrm>
            <a:off x="8066836" y="1828800"/>
            <a:ext cx="3393338" cy="427482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내 하루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4" name="내 하루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5E98F-1CCD-4961-BDDC-C0A7B7BA7E45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태어난 곳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학창 시절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혼자 시작한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70408-230A-4157-AF56-A97B87B1355C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57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960120" y="3200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960120" y="4343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4118D-FF53-481F-8F8C-703C9A8E01A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DE16-CC01-4F71-8BCF-6A9C9AF5BBA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MIDNIGHT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F7F9FC"/>
      </a:dk1>
      <a:lt1>
        <a:srgbClr val="111833"/>
      </a:lt1>
      <a:dk2>
        <a:srgbClr val="E3E9F6"/>
      </a:dk2>
      <a:lt2>
        <a:srgbClr val="0B1022"/>
      </a:lt2>
      <a:accent1>
        <a:srgbClr val="A9B8D9"/>
      </a:accent1>
      <a:accent2>
        <a:srgbClr val="6C7BFF"/>
      </a:accent2>
      <a:accent3>
        <a:srgbClr val="070A15"/>
      </a:accent3>
      <a:accent4>
        <a:srgbClr val="172249"/>
      </a:accent4>
      <a:accent5>
        <a:srgbClr val="C4CEE6"/>
      </a:accent5>
      <a:accent6>
        <a:srgbClr val="4F5BBD"/>
      </a:accent6>
      <a:hlink>
        <a:srgbClr val="E3E9F6"/>
      </a:hlink>
      <a:folHlink>
        <a:srgbClr val="070A15"/>
      </a:folHlink>
    </a:clrScheme>
    <a:fontScheme name="나 혼자 · 1인 가구 가족 소개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