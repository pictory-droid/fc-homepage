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9BB163B-668E-42F6-B759-4EFDC7F3AF88}">
          <p14:sldIdLst>
            <p14:sldId id="256"/>
          </p14:sldIdLst>
        </p14:section>
        <p14:section name="본문" id="{D62E9609-2AF5-41F5-BA2C-0EE350916E8A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C56C9B32-1A94-4CBD-B1C0-9E3491541BC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7F9FC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7C5EAE9-F8B4-4284-B3A5-583912A5EF70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7F9FC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3BD7B72-56A6-4585-9D93-6E271D86DED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ACDC9FC-C21E-49B9-901C-C5EE6F8B9E0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첫눈 온다고 창가에 혼자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2" name="사진 바탕 3"/>
          <p:cNvSpPr/>
          <p:nvPr/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48492-9D3A-4E5D-BB62-05A73F7ADB9B}" type="slidenum">
              <a:rPr lang="en-US"/>
              <a:t>‹#›</a:t>
            </a:fld>
            <a:endParaRPr lang="en-US"/>
          </a:p>
        </p:txBody>
      </p:sp>
      <p:sp>
        <p:nvSpPr>
          <p:cNvPr id="13" name="나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나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6" name="나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요즘 관심사</a:t>
            </a:r>
          </a:p>
        </p:txBody>
      </p:sp>
      <p:sp>
        <p:nvSpPr>
          <p:cNvPr id="17" name="내 공간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내 공간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0" name="내 공간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나만의 규칙</a:t>
            </a:r>
          </a:p>
        </p:txBody>
      </p:sp>
      <p:sp>
        <p:nvSpPr>
          <p:cNvPr id="21" name="내 하루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내 하루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4" name="내 하루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B895-1B16-43A2-9C6E-59DDC5821A09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태어난 곳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학창 시절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혼자 시작한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F7E45-5CAA-48CD-BA15-3E2F51CFE79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6BD1B-37BD-48D7-86F4-B51F5C73F7F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527C8-0D72-4D40-9411-6EFA817B893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F7F9FC"/>
      </a:dk1>
      <a:lt1>
        <a:srgbClr val="111833"/>
      </a:lt1>
      <a:dk2>
        <a:srgbClr val="E3E9F6"/>
      </a:dk2>
      <a:lt2>
        <a:srgbClr val="0B1022"/>
      </a:lt2>
      <a:accent1>
        <a:srgbClr val="A9B8D9"/>
      </a:accent1>
      <a:accent2>
        <a:srgbClr val="6C7BFF"/>
      </a:accent2>
      <a:accent3>
        <a:srgbClr val="070A15"/>
      </a:accent3>
      <a:accent4>
        <a:srgbClr val="172249"/>
      </a:accent4>
      <a:accent5>
        <a:srgbClr val="C4CEE6"/>
      </a:accent5>
      <a:accent6>
        <a:srgbClr val="4F5BBD"/>
      </a:accent6>
      <a:hlink>
        <a:srgbClr val="E3E9F6"/>
      </a:hlink>
      <a:folHlink>
        <a:srgbClr val="070A15"/>
      </a:folHlink>
    </a:clrScheme>
    <a:fontScheme name="나 혼자 · 1인 가구 가족 소개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