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BB52472-36B4-49DE-99BE-7B2354B63D24}">
          <p14:sldIdLst>
            <p14:sldId id="256"/>
          </p14:sldIdLst>
        </p14:section>
        <p14:section name="본문" id="{AFBD13F5-AFED-404C-B078-544BCCC25A8E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CFD07A1-DF3D-43C9-A7A6-004CD8641BC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CE5D118-187C-4F8F-9106-FA1EFF54CC52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78771" y="1338681"/>
            <a:ext cx="234151" cy="271147"/>
            <a:chOff x="5978771" y="1338681"/>
            <a:chExt cx="234151" cy="271147"/>
          </a:xfrm>
        </p:grpSpPr>
        <p:sp>
          <p:nvSpPr>
            <p:cNvPr id="4" name="Oval 3"/>
            <p:cNvSpPr/>
            <p:nvPr/>
          </p:nvSpPr>
          <p:spPr>
            <a:xfrm>
              <a:off x="6049213" y="1338681"/>
              <a:ext cx="93268" cy="137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 rot="4320000">
              <a:off x="6119654" y="1389860"/>
              <a:ext cx="93268" cy="137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8640000">
              <a:off x="6092748" y="1472668"/>
              <a:ext cx="93268" cy="137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12960000">
              <a:off x="6005678" y="1472668"/>
              <a:ext cx="93268" cy="137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7280000">
              <a:off x="5978771" y="1389860"/>
              <a:ext cx="93268" cy="137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065672" y="1451152"/>
              <a:ext cx="60350" cy="60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86EEB76-130A-45AC-B546-5783B35DE46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78771" y="1338681"/>
            <a:ext cx="234151" cy="271147"/>
            <a:chOff x="5978771" y="1338681"/>
            <a:chExt cx="234151" cy="271147"/>
          </a:xfrm>
        </p:grpSpPr>
        <p:sp>
          <p:nvSpPr>
            <p:cNvPr id="4" name="Oval 3"/>
            <p:cNvSpPr/>
            <p:nvPr/>
          </p:nvSpPr>
          <p:spPr>
            <a:xfrm>
              <a:off x="6049213" y="1338681"/>
              <a:ext cx="93268" cy="137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 rot="4320000">
              <a:off x="6119654" y="1389860"/>
              <a:ext cx="93268" cy="137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8640000">
              <a:off x="6092748" y="1472668"/>
              <a:ext cx="93268" cy="137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12960000">
              <a:off x="6005678" y="1472668"/>
              <a:ext cx="93268" cy="137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7280000">
              <a:off x="5978771" y="1389860"/>
              <a:ext cx="93268" cy="137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065672" y="1451152"/>
              <a:ext cx="60350" cy="60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4E3BE16-99DB-40BE-9780-6B45582169C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61696" y="5201107"/>
            <a:ext cx="468302" cy="542294"/>
            <a:chOff x="5861696" y="5201107"/>
            <a:chExt cx="468302" cy="542294"/>
          </a:xfrm>
        </p:grpSpPr>
        <p:sp>
          <p:nvSpPr>
            <p:cNvPr id="6" name="Oval 5"/>
            <p:cNvSpPr/>
            <p:nvPr/>
          </p:nvSpPr>
          <p:spPr>
            <a:xfrm>
              <a:off x="6002578" y="5201107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4320000">
              <a:off x="6143461" y="5303464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8640000">
              <a:off x="6089649" y="5469081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2960000">
              <a:off x="5915508" y="5469081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 rot="17280000">
              <a:off x="5861696" y="5303464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035497" y="5426049"/>
              <a:ext cx="120700" cy="12070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억새밭에서 바람 맞으며 혼자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342339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5009997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ellipse">
            <a:avLst/>
          </a:prstGeom>
        </p:spPr>
      </p:sp>
      <p:sp>
        <p:nvSpPr>
          <p:cNvPr id="25" name="사진 바탕 3"/>
          <p:cNvSpPr/>
          <p:nvPr/>
        </p:nvSpPr>
        <p:spPr>
          <a:xfrm>
            <a:off x="8677656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50779-3C96-4B59-B42F-FAE7F858FE50}" type="slidenum">
              <a:rPr lang="en-US"/>
              <a:t>‹#›</a:t>
            </a:fld>
            <a:endParaRPr lang="en-US"/>
          </a:p>
        </p:txBody>
      </p:sp>
      <p:sp>
        <p:nvSpPr>
          <p:cNvPr id="13" name="나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7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요즘 관심사</a:t>
            </a:r>
          </a:p>
        </p:txBody>
      </p:sp>
      <p:sp>
        <p:nvSpPr>
          <p:cNvPr id="18" name="내 공간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4417466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2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나만의 규칙</a:t>
            </a:r>
          </a:p>
        </p:txBody>
      </p:sp>
      <p:sp>
        <p:nvSpPr>
          <p:cNvPr id="23" name="내 하루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위쪽 띠"/>
          <p:cNvSpPr/>
          <p:nvPr/>
        </p:nvSpPr>
        <p:spPr>
          <a:xfrm>
            <a:off x="8085124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7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22FFB-466A-4635-9CEC-F30735DD3466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태어난 곳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학창 시절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혼자 시작한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42A7D-EAF9-444E-BD79-0B9A62A99EFE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749808" y="2971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749808" y="4114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69C55-4298-4145-AB06-E1387FBB69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F3B3-5645-42D5-BA85-F2C8937986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2B2724"/>
      </a:dk1>
      <a:lt1>
        <a:srgbClr val="FFFFFF"/>
      </a:lt1>
      <a:dk2>
        <a:srgbClr val="644C3A"/>
      </a:dk2>
      <a:lt2>
        <a:srgbClr val="F5EEE2"/>
      </a:lt2>
      <a:accent1>
        <a:srgbClr val="CFAE7C"/>
      </a:accent1>
      <a:accent2>
        <a:srgbClr val="BE8983"/>
      </a:accent2>
      <a:accent3>
        <a:srgbClr val="4E412C"/>
      </a:accent3>
      <a:accent4>
        <a:srgbClr val="F0E2CB"/>
      </a:accent4>
      <a:accent5>
        <a:srgbClr val="BAE0A3"/>
      </a:accent5>
      <a:accent6>
        <a:srgbClr val="E6BCC7"/>
      </a:accent6>
      <a:hlink>
        <a:srgbClr val="644C3A"/>
      </a:hlink>
      <a:folHlink>
        <a:srgbClr val="4E412C"/>
      </a:folHlink>
    </a:clrScheme>
    <a:fontScheme name="나 혼자 · 1인 가구 가족 소개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