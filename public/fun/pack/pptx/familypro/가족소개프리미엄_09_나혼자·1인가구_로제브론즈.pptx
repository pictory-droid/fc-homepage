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13B5B9B-0286-477B-8685-8A8061D50E31}">
          <p14:sldIdLst>
            <p14:sldId id="256"/>
          </p14:sldIdLst>
        </p14:section>
        <p14:section name="본문" id="{B8AEB23E-5A3E-4757-9E08-FC418DA1224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E5C18476-259E-4EC8-B9DE-1D90322C07E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61E9B14-9DC7-41F1-AA5D-1A0438A09658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FD9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2B7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92D9C2ED-76A7-4411-B319-4A842A7C432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CD11A71-CCB3-47F9-B13E-F5AD0E257C5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모내기 거들러 내려간 날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5" name="사진 바탕 3"/>
          <p:cNvSpPr/>
          <p:nvPr/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4A1D8D-875C-451F-947E-08BA22D90902}" type="slidenum">
              <a:rPr lang="en-US"/>
              <a:t>‹#›</a:t>
            </a:fld>
            <a:endParaRPr lang="en-US"/>
          </a:p>
        </p:txBody>
      </p:sp>
      <p:sp>
        <p:nvSpPr>
          <p:cNvPr id="13" name="나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3228746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나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7" name="나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요즘 관심사</a:t>
            </a:r>
          </a:p>
        </p:txBody>
      </p:sp>
      <p:sp>
        <p:nvSpPr>
          <p:cNvPr id="18" name="내 공간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4481474" y="1911095"/>
            <a:ext cx="3228746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내 공간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2" name="내 공간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나만의 규칙</a:t>
            </a:r>
          </a:p>
        </p:txBody>
      </p:sp>
      <p:sp>
        <p:nvSpPr>
          <p:cNvPr id="23" name="내 하루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안쪽 선"/>
          <p:cNvSpPr/>
          <p:nvPr/>
        </p:nvSpPr>
        <p:spPr>
          <a:xfrm>
            <a:off x="8149132" y="1911095"/>
            <a:ext cx="3228746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내 하루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7" name="내 하루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FF1DF-6322-4826-80A4-88DB405A33FB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태어난 곳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학창 시절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혼자 시작한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5AD6-98D6-4A8B-94BF-1A822335DFA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813816" y="3054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3816" y="4197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751B7-5EEE-4D5C-B94F-9FA23A2D31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18173-48AD-4675-A44A-F2E5906BFF8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48373D"/>
      </a:dk1>
      <a:lt1>
        <a:srgbClr val="FEFCFB"/>
      </a:lt1>
      <a:dk2>
        <a:srgbClr val="4C2230"/>
      </a:dk2>
      <a:lt2>
        <a:srgbClr val="FBF4F2"/>
      </a:lt2>
      <a:accent1>
        <a:srgbClr val="B3626E"/>
      </a:accent1>
      <a:accent2>
        <a:srgbClr val="9A7A5E"/>
      </a:accent2>
      <a:accent3>
        <a:srgbClr val="6E545D"/>
      </a:accent3>
      <a:accent4>
        <a:srgbClr val="EDD7D8"/>
      </a:accent4>
      <a:accent5>
        <a:srgbClr val="B88A60"/>
      </a:accent5>
      <a:accent6>
        <a:srgbClr val="C6B1A1"/>
      </a:accent6>
      <a:hlink>
        <a:srgbClr val="4C2230"/>
      </a:hlink>
      <a:folHlink>
        <a:srgbClr val="6E545D"/>
      </a:folHlink>
    </a:clrScheme>
    <a:fontScheme name="나 혼자 · 1인 가구 가족 소개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