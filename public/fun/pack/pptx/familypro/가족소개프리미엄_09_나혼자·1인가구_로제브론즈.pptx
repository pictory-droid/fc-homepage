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9A96513-F4E2-4366-B01C-A820267B6AC1}">
          <p14:sldIdLst>
            <p14:sldId id="256"/>
          </p14:sldIdLst>
        </p14:section>
        <p14:section name="본문" id="{958DFF57-E041-4DC0-A676-E36FB02CCD7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D22ABCE-5F2A-44F0-922D-0B1A28870C9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737D5BB-105C-488D-993E-A935577815B1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FD9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2B7BB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A2068BD-92C9-49EC-A798-A8DBE88E417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00B2DDD-9F1F-421E-85D5-BC573D17D38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모내기 거들러 내려간 날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EE45-FE82-4CB1-BB9B-6EC166887CAF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3228746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7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8" name="내 공간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4481474" y="1911095"/>
            <a:ext cx="3228746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2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3" name="내 하루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안쪽 선"/>
          <p:cNvSpPr/>
          <p:nvPr/>
        </p:nvSpPr>
        <p:spPr>
          <a:xfrm>
            <a:off x="8149132" y="1911095"/>
            <a:ext cx="3228746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7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225DD-2672-41FB-AEEA-0EAB9E373F3E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태어난 곳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학창 시절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혼자 시작한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172D4-CCBD-4E03-815A-5C1A7B0D65E1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57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813816" y="3054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960120" y="3200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3816" y="4197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960120" y="4343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C3481-9829-4DD3-8A48-4E1705143A8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EB05A-473F-4E29-B6B6-9784F8AB2A9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48373D"/>
      </a:dk1>
      <a:lt1>
        <a:srgbClr val="FEFCFB"/>
      </a:lt1>
      <a:dk2>
        <a:srgbClr val="4C2230"/>
      </a:dk2>
      <a:lt2>
        <a:srgbClr val="FBF4F2"/>
      </a:lt2>
      <a:accent1>
        <a:srgbClr val="B3626E"/>
      </a:accent1>
      <a:accent2>
        <a:srgbClr val="9A7A5E"/>
      </a:accent2>
      <a:accent3>
        <a:srgbClr val="6E545D"/>
      </a:accent3>
      <a:accent4>
        <a:srgbClr val="EDD7D8"/>
      </a:accent4>
      <a:accent5>
        <a:srgbClr val="B88A60"/>
      </a:accent5>
      <a:accent6>
        <a:srgbClr val="C6B1A1"/>
      </a:accent6>
      <a:hlink>
        <a:srgbClr val="4C2230"/>
      </a:hlink>
      <a:folHlink>
        <a:srgbClr val="6E545D"/>
      </a:folHlink>
    </a:clrScheme>
    <a:fontScheme name="나 혼자 · 1인 가구 가족 소개">
      <a:majorFont>
        <a:latin typeface="Book Antiqu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