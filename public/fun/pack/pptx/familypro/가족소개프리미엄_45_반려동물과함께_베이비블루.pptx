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B739833-A98C-4D6B-B38F-4DA26081A9C4}">
          <p14:sldIdLst>
            <p14:sldId id="256"/>
          </p14:sldIdLst>
        </p14:section>
        <p14:section name="본문" id="{834C8A07-C88E-4A94-BB4F-BCB87D89C52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57E5A07-44E7-484A-B8D8-6C26EF0AF93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4B6D218-AC84-419A-A544-4DA17538420A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D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E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8D656E9-A80E-43DE-880D-367AE4B1AA6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A1DC242-E31A-4442-AD74-E7A5CE88F45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한지 등 아래서 졸던 모습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5B8E-8DBF-4A6F-AFB6-CC8B58298084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7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8" name="보호자 2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4399178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2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3" name="우리 반려동물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옆 선"/>
          <p:cNvSpPr/>
          <p:nvPr/>
        </p:nvSpPr>
        <p:spPr>
          <a:xfrm>
            <a:off x="8066836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7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8E50-D64E-47DD-A9A3-484268C8E1EF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산책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가장 웃었던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45E9-734A-4A6B-9530-695566F4094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731520" y="2971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731520" y="4114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6B9FF-18D9-427B-9593-D0D30944DED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62C8-C60C-4252-BE87-F1F2972A48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373E48"/>
      </a:dk1>
      <a:lt1>
        <a:srgbClr val="FEFDFB"/>
      </a:lt1>
      <a:dk2>
        <a:srgbClr val="2C4468"/>
      </a:dk2>
      <a:lt2>
        <a:srgbClr val="FBF9F2"/>
      </a:lt2>
      <a:accent1>
        <a:srgbClr val="8DB6E0"/>
      </a:accent1>
      <a:accent2>
        <a:srgbClr val="F0C7A9"/>
      </a:accent2>
      <a:accent3>
        <a:srgbClr val="55647A"/>
      </a:accent3>
      <a:accent4>
        <a:srgbClr val="E5ECEE"/>
      </a:accent4>
      <a:accent5>
        <a:srgbClr val="C9BFA6"/>
      </a:accent5>
      <a:accent6>
        <a:srgbClr val="F5DECA"/>
      </a:accent6>
      <a:hlink>
        <a:srgbClr val="2C4468"/>
      </a:hlink>
      <a:folHlink>
        <a:srgbClr val="55647A"/>
      </a:folHlink>
    </a:clrScheme>
    <a:fontScheme name="반려동물과 함께 가족 소개">
      <a:majorFont>
        <a:latin typeface="Constant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