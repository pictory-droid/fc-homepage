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BF7A8EF-8AAE-41C0-B808-A90596BF2CDD}">
          <p14:sldIdLst>
            <p14:sldId id="256"/>
          </p14:sldIdLst>
        </p14:section>
        <p14:section name="본문" id="{26AF98DD-B690-4701-A134-25D7C9BF154C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6E89A0E-D646-463F-BBFB-440DC584441D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69D87729-4ABF-4DE2-8AD1-A5509841BD4B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D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E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89AC84F5-F06A-4711-8326-7A03836952C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2D74B5C3-D533-485E-97CD-038625B349D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한지 등 아래서 졸던 모습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반려동물과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149435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9435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516201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16201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5" name="사진 바탕 3"/>
          <p:cNvSpPr/>
          <p:nvPr/>
        </p:nvSpPr>
        <p:spPr>
          <a:xfrm>
            <a:off x="882967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82967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12716-A4CD-4CC8-A6A9-1E09E430E7F9}" type="slidenum">
              <a:rPr lang="en-US"/>
              <a:t>‹#›</a:t>
            </a:fld>
            <a:endParaRPr lang="en-US"/>
          </a:p>
        </p:txBody>
      </p:sp>
      <p:sp>
        <p:nvSpPr>
          <p:cNvPr id="13" name="보호자 1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옆 선"/>
          <p:cNvSpPr/>
          <p:nvPr/>
        </p:nvSpPr>
        <p:spPr>
          <a:xfrm>
            <a:off x="731520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보호자 1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1</a:t>
            </a:r>
          </a:p>
        </p:txBody>
      </p:sp>
      <p:sp>
        <p:nvSpPr>
          <p:cNvPr id="17" name="보호자 1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반려동물에게 한마디</a:t>
            </a:r>
          </a:p>
        </p:txBody>
      </p:sp>
      <p:sp>
        <p:nvSpPr>
          <p:cNvPr id="18" name="보호자 2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옆 선"/>
          <p:cNvSpPr/>
          <p:nvPr/>
        </p:nvSpPr>
        <p:spPr>
          <a:xfrm>
            <a:off x="4399178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보호자 2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2</a:t>
            </a:r>
          </a:p>
        </p:txBody>
      </p:sp>
      <p:sp>
        <p:nvSpPr>
          <p:cNvPr id="22" name="보호자 2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반려동물에게 한마디</a:t>
            </a:r>
          </a:p>
        </p:txBody>
      </p:sp>
      <p:sp>
        <p:nvSpPr>
          <p:cNvPr id="23" name="우리 반려동물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옆 선"/>
          <p:cNvSpPr/>
          <p:nvPr/>
        </p:nvSpPr>
        <p:spPr>
          <a:xfrm>
            <a:off x="8066836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우리 반려동물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우리 반려동물</a:t>
            </a:r>
          </a:p>
        </p:txBody>
      </p:sp>
      <p:sp>
        <p:nvSpPr>
          <p:cNvPr id="27" name="우리 반려동물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특징 · 성격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A4895A-BEB1-4B62-896B-68264335E3CA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인연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입양하던 날의 이야기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산책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함께한 첫 걸음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가장 웃었던 날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잊지 못할 순간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사진으로 남겨 두세요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FEEA73-209B-4D77-BF12-554E0A809130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103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산책은 하루도 거르지 않기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731520" y="2971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246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건강 검진 날짜 챙기기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731520" y="4114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389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많이 안아 주고 많이 칭찬하기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27F55D-3784-4AF2-A196-615B4686078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ABF6D-41D6-41BD-92FF-909404568C8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반려동물과 함께 가족 소개">
  <a:themeElements>
    <a:clrScheme name="반려동물과 함께 가족 소개">
      <a:dk1>
        <a:srgbClr val="373E48"/>
      </a:dk1>
      <a:lt1>
        <a:srgbClr val="FEFDFB"/>
      </a:lt1>
      <a:dk2>
        <a:srgbClr val="2C4468"/>
      </a:dk2>
      <a:lt2>
        <a:srgbClr val="FBF9F2"/>
      </a:lt2>
      <a:accent1>
        <a:srgbClr val="8DB6E0"/>
      </a:accent1>
      <a:accent2>
        <a:srgbClr val="F0C7A9"/>
      </a:accent2>
      <a:accent3>
        <a:srgbClr val="55647A"/>
      </a:accent3>
      <a:accent4>
        <a:srgbClr val="E5ECEE"/>
      </a:accent4>
      <a:accent5>
        <a:srgbClr val="C9BFA6"/>
      </a:accent5>
      <a:accent6>
        <a:srgbClr val="F5DECA"/>
      </a:accent6>
      <a:hlink>
        <a:srgbClr val="2C4468"/>
      </a:hlink>
      <a:folHlink>
        <a:srgbClr val="55647A"/>
      </a:folHlink>
    </a:clrScheme>
    <a:fontScheme name="반려동물과 함께 가족 소개">
      <a:majorFont>
        <a:latin typeface="Constant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>반려동물과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