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674C902-9820-4FFA-AC16-D7798ABCCED3}">
          <p14:sldIdLst>
            <p14:sldId id="256"/>
          </p14:sldIdLst>
        </p14:section>
        <p14:section name="본문" id="{8F7840B0-89D4-40DE-92A5-31FA9072F5D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DB7DBFD-E3D6-409B-98D5-6A622170D54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B97DD20-38AC-4AF4-82FC-5AB6030F58D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2675" y="1275588"/>
            <a:ext cx="428854" cy="192024"/>
            <a:chOff x="5862675" y="1275588"/>
            <a:chExt cx="428854" cy="192024"/>
          </a:xfrm>
        </p:grpSpPr>
        <p:sp>
          <p:nvSpPr>
            <p:cNvPr id="11" name="Oval 10"/>
            <p:cNvSpPr/>
            <p:nvPr/>
          </p:nvSpPr>
          <p:spPr>
            <a:xfrm>
              <a:off x="5862675" y="1275588"/>
              <a:ext cx="192024" cy="192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48298" y="1301191"/>
              <a:ext cx="140817" cy="1408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201918" y="1326794"/>
              <a:ext cx="89611" cy="896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AD145AC9-CE43-47BE-A4D2-68C8978BCE7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A8803B4-0524-46B1-AC1F-BCC44A4C80A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7" name="Oval 6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눈 쌓인 장독대 옆 눈사람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1" name="사진 바탕 2"/>
          <p:cNvSpPr/>
          <p:nvPr/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3"/>
          <p:cNvSpPr/>
          <p:nvPr/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1" name="사진 바탕 4"/>
          <p:cNvSpPr/>
          <p:nvPr/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6" name="사진 바탕 5"/>
          <p:cNvSpPr/>
          <p:nvPr/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41" name="사진 바탕 6"/>
          <p:cNvSpPr/>
          <p:nvPr/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FD04-916A-42FC-B527-C7972ED08E5E}" type="slidenum">
              <a:rPr lang="en-US"/>
              <a:t>‹#›</a:t>
            </a:fld>
            <a:endParaRPr lang="en-US"/>
          </a:p>
        </p:txBody>
      </p:sp>
      <p:sp>
        <p:nvSpPr>
          <p:cNvPr id="14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8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9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3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4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8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9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3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4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8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9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3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66BA6-7F8A-44DD-AA8F-B41863E528CA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7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8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3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8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3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75A-A401-41DA-9072-85E550E4BCEA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9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8EFB-E55D-4C5A-96DD-201AF62B87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48E7A-3DE8-45F2-82C4-3FA9434B3D8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563A64"/>
      </a:dk2>
      <a:lt2>
        <a:srgbClr val="EBEFF7"/>
      </a:lt2>
      <a:accent1>
        <a:srgbClr val="89A0CC"/>
      </a:accent1>
      <a:accent2>
        <a:srgbClr val="BDAD8F"/>
      </a:accent2>
      <a:accent3>
        <a:srgbClr val="2C374E"/>
      </a:accent3>
      <a:accent4>
        <a:srgbClr val="CED9EE"/>
      </a:accent4>
      <a:accent5>
        <a:srgbClr val="CEA3E0"/>
      </a:accent5>
      <a:accent6>
        <a:srgbClr val="BCE6DD"/>
      </a:accent6>
      <a:hlink>
        <a:srgbClr val="563A64"/>
      </a:hlink>
      <a:folHlink>
        <a:srgbClr val="2C374E"/>
      </a:folHlink>
    </a:clrScheme>
    <a:fontScheme name="3대 가족 가족 소개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