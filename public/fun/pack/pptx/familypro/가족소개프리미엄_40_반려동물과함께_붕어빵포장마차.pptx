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799F6CA-68B0-4E80-954E-412D9FDE2897}">
          <p14:sldIdLst>
            <p14:sldId id="256"/>
          </p14:sldIdLst>
        </p14:section>
        <p14:section name="본문" id="{9D2F9523-53B3-44F5-9D05-583F7676881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B249A60-C6CF-4B59-AFEC-C9ECEE87CD6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B565959-59D9-41C3-957D-C02FCF859B8D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5944" y="1423720"/>
            <a:ext cx="257311" cy="115214"/>
            <a:chOff x="5955944" y="1423720"/>
            <a:chExt cx="257311" cy="115214"/>
          </a:xfrm>
        </p:grpSpPr>
        <p:sp>
          <p:nvSpPr>
            <p:cNvPr id="4" name="Oval 3"/>
            <p:cNvSpPr/>
            <p:nvPr/>
          </p:nvSpPr>
          <p:spPr>
            <a:xfrm>
              <a:off x="5955944" y="1423720"/>
              <a:ext cx="115214" cy="1152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067318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159489" y="1454444"/>
              <a:ext cx="53766" cy="537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0752" y="704270"/>
            <a:ext cx="325928" cy="145938"/>
            <a:chOff x="9420752" y="704270"/>
            <a:chExt cx="325928" cy="145938"/>
          </a:xfrm>
        </p:grpSpPr>
        <p:sp>
          <p:nvSpPr>
            <p:cNvPr id="10" name="Oval 9"/>
            <p:cNvSpPr/>
            <p:nvPr/>
          </p:nvSpPr>
          <p:spPr>
            <a:xfrm>
              <a:off x="9420752" y="704270"/>
              <a:ext cx="145938" cy="145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9561825" y="723729"/>
              <a:ext cx="107021" cy="10702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9678576" y="743187"/>
              <a:ext cx="68104" cy="681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6FFB5D-8EF8-4199-95C5-3646CFEA14B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5944" y="1423720"/>
            <a:ext cx="257311" cy="115214"/>
            <a:chOff x="5955944" y="1423720"/>
            <a:chExt cx="257311" cy="115214"/>
          </a:xfrm>
        </p:grpSpPr>
        <p:sp>
          <p:nvSpPr>
            <p:cNvPr id="4" name="Oval 3"/>
            <p:cNvSpPr/>
            <p:nvPr/>
          </p:nvSpPr>
          <p:spPr>
            <a:xfrm>
              <a:off x="5955944" y="1423720"/>
              <a:ext cx="115214" cy="11521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6067318" y="1439082"/>
              <a:ext cx="84490" cy="8449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159489" y="1454444"/>
              <a:ext cx="53766" cy="5376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C1BD23E-97E8-4627-BFBD-E88A5704F95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붕어빵 냄새에 멈춰 선 산책길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5DBD-72E8-4257-A2E6-4ADAB3B14571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99E2F-9470-49A9-82D8-E73421BB1B8B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41E0A-963F-426B-B26E-E0305CD5C9FD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94B0A-933C-4D9E-B3F3-358FF15EE8D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F1B9D-9437-44FB-9691-F483DA6EDDA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644B3A"/>
      </a:dk2>
      <a:lt2>
        <a:srgbClr val="F7F2EB"/>
      </a:lt2>
      <a:accent1>
        <a:srgbClr val="CCAF89"/>
      </a:accent1>
      <a:accent2>
        <a:srgbClr val="BD928F"/>
      </a:accent2>
      <a:accent3>
        <a:srgbClr val="4E3F2C"/>
      </a:accent3>
      <a:accent4>
        <a:srgbClr val="EEE0CE"/>
      </a:accent4>
      <a:accent5>
        <a:srgbClr val="BCE0A3"/>
      </a:accent5>
      <a:accent6>
        <a:srgbClr val="E6BCC9"/>
      </a:accent6>
      <a:hlink>
        <a:srgbClr val="644B3A"/>
      </a:hlink>
      <a:folHlink>
        <a:srgbClr val="4E3F2C"/>
      </a:folHlink>
    </a:clrScheme>
    <a:fontScheme name="반려동물과 함께 가족 소개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