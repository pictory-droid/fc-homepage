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1B7BEE14-EE54-492F-A1E5-7184D4D3BCBA}">
          <p14:sldIdLst>
            <p14:sldId id="256"/>
          </p14:sldIdLst>
        </p14:section>
        <p14:section name="본문" id="{098AED96-71D7-4887-9BD7-C8A42EE184FD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8D4CD761-6A8F-48DD-A790-4DD93827A580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자리의 아이콘을 눌러 가족 사진을 넣으세요. 이름·소개 글은 눌러서 고칩니다.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때·제목·내용을 고치세요. 단계는 복사해서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가족끼리 정한 약속을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가족에게 전하고 싶은 한마디를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dotGrid">
          <a:fgClr>
            <a:schemeClr val="bg1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03" y="1874519"/>
            <a:ext cx="9265688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463003" y="2258568"/>
            <a:ext cx="9265688" cy="13716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463003" y="3703320"/>
            <a:ext cx="9265688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7B8B8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463003" y="4389120"/>
            <a:ext cx="9265688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4888E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리본 띠"/>
          <p:cNvSpPr/>
          <p:nvPr/>
        </p:nvSpPr>
        <p:spPr>
          <a:xfrm>
            <a:off x="0" y="2148839"/>
            <a:ext cx="12191695" cy="1527048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2212847"/>
            <a:ext cx="12191695" cy="0"/>
          </a:xfrm>
          <a:prstGeom prst="line">
            <a:avLst/>
          </a:prstGeom>
          <a:ln w="9525" cap="rnd">
            <a:solidFill>
              <a:srgbClr val="1A1613">
                <a:alpha val="45000"/>
              </a:srgbClr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0" y="3611879"/>
            <a:ext cx="12191695" cy="0"/>
          </a:xfrm>
          <a:prstGeom prst="line">
            <a:avLst/>
          </a:prstGeom>
          <a:ln w="9525" cap="rnd">
            <a:solidFill>
              <a:srgbClr val="1A1613">
                <a:alpha val="45000"/>
              </a:srgbClr>
            </a:solidFill>
          </a:ln>
        </p:spPr>
      </p:cxnSp>
      <p:sp>
        <p:nvSpPr>
          <p:cNvPr id="5" name="Diamond 4"/>
          <p:cNvSpPr/>
          <p:nvPr/>
        </p:nvSpPr>
        <p:spPr>
          <a:xfrm>
            <a:off x="457200" y="2820923"/>
            <a:ext cx="182880" cy="182880"/>
          </a:xfrm>
          <a:prstGeom prst="diamond">
            <a:avLst/>
          </a:prstGeom>
          <a:solidFill>
            <a:srgbClr val="1A161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11551615" y="2820923"/>
            <a:ext cx="182880" cy="182880"/>
          </a:xfrm>
          <a:prstGeom prst="diamond">
            <a:avLst/>
          </a:prstGeom>
          <a:solidFill>
            <a:srgbClr val="1A161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dotGrid">
          <a:fgClr>
            <a:schemeClr val="bg1"/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40" y="365760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463040" y="658368"/>
            <a:ext cx="92656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309360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8DF90811-75F4-4E20-A9D5-47903F9844B8}" type="slidenum">
              <a:rPr lang="en-US"/>
              <a:t>‹#›</a:t>
            </a:fld>
          </a:p>
        </p:txBody>
      </p:sp>
      <p:sp>
        <p:nvSpPr>
          <p:cNvPr id="2" name="Arc 1"/>
          <p:cNvSpPr/>
          <p:nvPr/>
        </p:nvSpPr>
        <p:spPr>
          <a:xfrm>
            <a:off x="-182880" y="-182880"/>
            <a:ext cx="914400" cy="91440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-548640" y="-548640"/>
            <a:ext cx="1645920" cy="164592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914400" y="-914400"/>
            <a:ext cx="2377440" cy="237744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54421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43269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391872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36868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9" name="Arc 8"/>
          <p:cNvSpPr/>
          <p:nvPr/>
        </p:nvSpPr>
        <p:spPr>
          <a:xfrm>
            <a:off x="11460175" y="-182880"/>
            <a:ext cx="914400" cy="91440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11094415" y="-548640"/>
            <a:ext cx="1645920" cy="164592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>
            <a:off x="10728655" y="-914400"/>
            <a:ext cx="2377440" cy="237744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10746714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H="1">
            <a:off x="10887913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H="1">
            <a:off x="11153280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H="1">
            <a:off x="11510809" y="446170"/>
            <a:ext cx="344017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4632807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6278727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18" name="Diamond 17"/>
          <p:cNvSpPr/>
          <p:nvPr/>
        </p:nvSpPr>
        <p:spPr>
          <a:xfrm>
            <a:off x="6036411" y="1458468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03" y="1874519"/>
            <a:ext cx="9265688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463003" y="2258568"/>
            <a:ext cx="9265688" cy="13716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463003" y="3703320"/>
            <a:ext cx="9265688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7B8B8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463003" y="4389120"/>
            <a:ext cx="9265688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4888E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리본 띠"/>
          <p:cNvSpPr/>
          <p:nvPr/>
        </p:nvSpPr>
        <p:spPr>
          <a:xfrm>
            <a:off x="0" y="2148839"/>
            <a:ext cx="12191695" cy="1527048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2212847"/>
            <a:ext cx="12191695" cy="0"/>
          </a:xfrm>
          <a:prstGeom prst="line">
            <a:avLst/>
          </a:prstGeom>
          <a:ln w="9525" cap="rnd">
            <a:solidFill>
              <a:srgbClr val="1A1613">
                <a:alpha val="45000"/>
              </a:srgbClr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0" y="3611879"/>
            <a:ext cx="12191695" cy="0"/>
          </a:xfrm>
          <a:prstGeom prst="line">
            <a:avLst/>
          </a:prstGeom>
          <a:ln w="9525" cap="rnd">
            <a:solidFill>
              <a:srgbClr val="1A1613">
                <a:alpha val="45000"/>
              </a:srgbClr>
            </a:solidFill>
          </a:ln>
        </p:spPr>
      </p:cxnSp>
      <p:sp>
        <p:nvSpPr>
          <p:cNvPr id="5" name="Diamond 4"/>
          <p:cNvSpPr/>
          <p:nvPr/>
        </p:nvSpPr>
        <p:spPr>
          <a:xfrm>
            <a:off x="457200" y="2820923"/>
            <a:ext cx="182880" cy="182880"/>
          </a:xfrm>
          <a:prstGeom prst="diamond">
            <a:avLst/>
          </a:prstGeom>
          <a:solidFill>
            <a:srgbClr val="1A161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11551615" y="2820923"/>
            <a:ext cx="182880" cy="182880"/>
          </a:xfrm>
          <a:prstGeom prst="diamond">
            <a:avLst/>
          </a:prstGeom>
          <a:solidFill>
            <a:srgbClr val="1A161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dotGrid">
          <a:fgClr>
            <a:schemeClr val="bg1"/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40" y="365760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463040" y="658368"/>
            <a:ext cx="92656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309360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98EF6B52-E815-4680-8F39-49D6FD496CF4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Arc 1"/>
          <p:cNvSpPr/>
          <p:nvPr/>
        </p:nvSpPr>
        <p:spPr>
          <a:xfrm>
            <a:off x="-182880" y="-182880"/>
            <a:ext cx="914400" cy="91440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-548640" y="-548640"/>
            <a:ext cx="1645920" cy="164592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914400" y="-914400"/>
            <a:ext cx="2377440" cy="237744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54421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43269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391872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36868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9" name="Arc 8"/>
          <p:cNvSpPr/>
          <p:nvPr/>
        </p:nvSpPr>
        <p:spPr>
          <a:xfrm>
            <a:off x="11460175" y="-182880"/>
            <a:ext cx="914400" cy="91440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11094415" y="-548640"/>
            <a:ext cx="1645920" cy="164592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>
            <a:off x="10728655" y="-914400"/>
            <a:ext cx="2377440" cy="237744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10746714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H="1">
            <a:off x="10887913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H="1">
            <a:off x="11153280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H="1">
            <a:off x="11510809" y="446170"/>
            <a:ext cx="344017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4632807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6278727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18" name="Diamond 17"/>
          <p:cNvSpPr/>
          <p:nvPr/>
        </p:nvSpPr>
        <p:spPr>
          <a:xfrm>
            <a:off x="6036411" y="1458468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dotGrid">
          <a:fgClr>
            <a:schemeClr val="bg1"/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40" y="365760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309360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9B4F63CF-A699-43D5-87CE-59B5391936AA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Arc 1"/>
          <p:cNvSpPr/>
          <p:nvPr/>
        </p:nvSpPr>
        <p:spPr>
          <a:xfrm>
            <a:off x="-182880" y="-182880"/>
            <a:ext cx="914400" cy="91440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-548640" y="-548640"/>
            <a:ext cx="1645920" cy="164592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914400" y="-914400"/>
            <a:ext cx="2377440" cy="237744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54421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43269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391872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36868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9" name="Arc 8"/>
          <p:cNvSpPr/>
          <p:nvPr/>
        </p:nvSpPr>
        <p:spPr>
          <a:xfrm>
            <a:off x="11460175" y="-182880"/>
            <a:ext cx="914400" cy="91440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11094415" y="-548640"/>
            <a:ext cx="1645920" cy="164592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>
            <a:off x="10728655" y="-914400"/>
            <a:ext cx="2377440" cy="237744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10746714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H="1">
            <a:off x="10887913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H="1">
            <a:off x="11153280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H="1">
            <a:off x="11510809" y="446170"/>
            <a:ext cx="344017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grpSp>
        <p:nvGrpSpPr>
          <p:cNvPr id="16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17" name="Diamond 16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8" name="Connector 17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19" name="Connector 18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20" name="Connector 19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21" name="Diamond 20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NAVY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가족을 소개합니다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퇴근길 장마에 우산 하나 사 들고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나 혼자 · 1인 가구 · 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구성원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1342339" y="2057400"/>
            <a:ext cx="2171700" cy="2171700"/>
          </a:xfrm>
          <a:prstGeom prst="ellipse">
            <a:avLst/>
          </a:prstGeom>
          <a:solidFill>
            <a:schemeClr val="accent1">
              <a:lumMod val="25000"/>
              <a:lumOff val="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1342339" y="2057400"/>
            <a:ext cx="2171700" cy="2171700"/>
          </a:xfrm>
          <a:prstGeom prst="ellipse">
            <a:avLst/>
          </a:prstGeom>
        </p:spPr>
      </p:sp>
      <p:sp>
        <p:nvSpPr>
          <p:cNvPr id="18" name="사진 바탕 2"/>
          <p:cNvSpPr/>
          <p:nvPr/>
        </p:nvSpPr>
        <p:spPr>
          <a:xfrm>
            <a:off x="5009997" y="2057400"/>
            <a:ext cx="2171700" cy="2171700"/>
          </a:xfrm>
          <a:prstGeom prst="ellipse">
            <a:avLst/>
          </a:prstGeom>
          <a:solidFill>
            <a:schemeClr val="accent1">
              <a:lumMod val="25000"/>
              <a:lumOff val="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5009997" y="2057400"/>
            <a:ext cx="2171700" cy="2171700"/>
          </a:xfrm>
          <a:prstGeom prst="ellipse">
            <a:avLst/>
          </a:prstGeom>
        </p:spPr>
      </p:sp>
      <p:sp>
        <p:nvSpPr>
          <p:cNvPr id="22" name="사진 바탕 3"/>
          <p:cNvSpPr/>
          <p:nvPr/>
        </p:nvSpPr>
        <p:spPr>
          <a:xfrm>
            <a:off x="8677656" y="2057400"/>
            <a:ext cx="2171700" cy="2171700"/>
          </a:xfrm>
          <a:prstGeom prst="ellipse">
            <a:avLst/>
          </a:prstGeom>
          <a:solidFill>
            <a:schemeClr val="accent1">
              <a:lumMod val="25000"/>
              <a:lumOff val="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677656" y="2057400"/>
            <a:ext cx="2171700" cy="2171700"/>
          </a:xfrm>
          <a:prstGeom prst="ellipse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36B82-E74C-4522-955F-985E8F47DC61}" type="slidenum">
              <a:rPr lang="en-US"/>
              <a:t>‹#›</a:t>
            </a:fld>
            <a:endParaRPr lang="en-US"/>
          </a:p>
        </p:txBody>
      </p:sp>
      <p:sp>
        <p:nvSpPr>
          <p:cNvPr id="13" name="나 카드"/>
          <p:cNvSpPr/>
          <p:nvPr/>
        </p:nvSpPr>
        <p:spPr>
          <a:xfrm>
            <a:off x="731520" y="1828800"/>
            <a:ext cx="3393338" cy="42748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>
                <a:alpha val="60000"/>
              </a:schemeClr>
            </a:solidFill>
          </a:ln>
          <a:effectLst>
            <a:outerShdw blurRad="76200" dist="19050" dir="5400000" algn="t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나 이름"/>
          <p:cNvSpPr txBox="1"/>
          <p:nvPr/>
        </p:nvSpPr>
        <p:spPr>
          <a:xfrm>
            <a:off x="731520" y="4320540"/>
            <a:ext cx="339333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나</a:t>
            </a:r>
          </a:p>
        </p:txBody>
      </p:sp>
      <p:sp>
        <p:nvSpPr>
          <p:cNvPr id="16" name="나 소개"/>
          <p:cNvSpPr txBox="1"/>
          <p:nvPr/>
        </p:nvSpPr>
        <p:spPr>
          <a:xfrm>
            <a:off x="822960" y="4777740"/>
            <a:ext cx="321045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하는 일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요즘 관심사</a:t>
            </a:r>
          </a:p>
        </p:txBody>
      </p:sp>
      <p:sp>
        <p:nvSpPr>
          <p:cNvPr id="17" name="내 공간 카드"/>
          <p:cNvSpPr/>
          <p:nvPr/>
        </p:nvSpPr>
        <p:spPr>
          <a:xfrm>
            <a:off x="4399178" y="1828800"/>
            <a:ext cx="3393338" cy="42748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>
                <a:alpha val="60000"/>
              </a:schemeClr>
            </a:solidFill>
          </a:ln>
          <a:effectLst>
            <a:outerShdw blurRad="76200" dist="19050" dir="5400000" algn="t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내 공간 이름"/>
          <p:cNvSpPr txBox="1"/>
          <p:nvPr/>
        </p:nvSpPr>
        <p:spPr>
          <a:xfrm>
            <a:off x="4399178" y="4320540"/>
            <a:ext cx="339333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내 공간</a:t>
            </a:r>
          </a:p>
        </p:txBody>
      </p:sp>
      <p:sp>
        <p:nvSpPr>
          <p:cNvPr id="20" name="내 공간 소개"/>
          <p:cNvSpPr txBox="1"/>
          <p:nvPr/>
        </p:nvSpPr>
        <p:spPr>
          <a:xfrm>
            <a:off x="4490618" y="4777740"/>
            <a:ext cx="321045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좋아하는 자리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아끼는 물건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나만의 규칙</a:t>
            </a:r>
          </a:p>
        </p:txBody>
      </p:sp>
      <p:sp>
        <p:nvSpPr>
          <p:cNvPr id="21" name="내 하루 카드"/>
          <p:cNvSpPr/>
          <p:nvPr/>
        </p:nvSpPr>
        <p:spPr>
          <a:xfrm>
            <a:off x="8066836" y="1828800"/>
            <a:ext cx="3393338" cy="42748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>
                <a:alpha val="60000"/>
              </a:schemeClr>
            </a:solidFill>
          </a:ln>
          <a:effectLst>
            <a:outerShdw blurRad="76200" dist="19050" dir="5400000" algn="t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3" name="내 하루 이름"/>
          <p:cNvSpPr txBox="1"/>
          <p:nvPr/>
        </p:nvSpPr>
        <p:spPr>
          <a:xfrm>
            <a:off x="8066836" y="4320540"/>
            <a:ext cx="339333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내 하루</a:t>
            </a:r>
          </a:p>
        </p:txBody>
      </p:sp>
      <p:sp>
        <p:nvSpPr>
          <p:cNvPr id="24" name="내 하루 소개"/>
          <p:cNvSpPr txBox="1"/>
          <p:nvPr/>
        </p:nvSpPr>
        <p:spPr>
          <a:xfrm>
            <a:off x="8158276" y="4777740"/>
            <a:ext cx="321045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아침 습관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좋아하는 음식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잠들기 전 루틴</a:t>
            </a:r>
          </a:p>
        </p:txBody>
      </p:sp>
    </p:spTree>
  </p:cSld>
  <p:clrMapOvr>
    <a:masterClrMapping/>
  </p:clrMapOvr>
  <p:transition spd="med">
    <p:push dir="u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이야기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65711-3EEA-47BE-B512-12F74334C113}" type="slidenum">
              <a:rPr lang="en-US"/>
              <a:t>‹#›</a:t>
            </a:fld>
            <a:endParaRPr lang="en-US"/>
          </a:p>
        </p:txBody>
      </p:sp>
      <p:cxnSp>
        <p:nvCxnSpPr>
          <p:cNvPr id="5" name="타임라인 선"/>
          <p:cNvCxnSpPr/>
          <p:nvPr/>
        </p:nvCxnSpPr>
        <p:spPr>
          <a:xfrm>
            <a:off x="731520" y="3493008"/>
            <a:ext cx="10728655" cy="0"/>
          </a:xfrm>
          <a:prstGeom prst="line">
            <a:avLst/>
          </a:prstGeom>
          <a:ln w="12700" cap="rnd">
            <a:solidFill>
              <a:schemeClr val="accent5"/>
            </a:solidFill>
          </a:ln>
        </p:spPr>
      </p:cxnSp>
      <p:grpSp>
        <p:nvGrpSpPr>
          <p:cNvPr id="6" name="때 1"/>
          <p:cNvGrpSpPr/>
          <p:nvPr/>
        </p:nvGrpSpPr>
        <p:grpSpPr>
          <a:xfrm>
            <a:off x="777240" y="2651760"/>
            <a:ext cx="2590723" cy="3383280"/>
            <a:chOff x="777240" y="2651760"/>
            <a:chExt cx="2590723" cy="3383280"/>
          </a:xfrm>
        </p:grpSpPr>
        <p:sp>
          <p:nvSpPr>
            <p:cNvPr id="7" name="점"/>
            <p:cNvSpPr/>
            <p:nvPr/>
          </p:nvSpPr>
          <p:spPr>
            <a:xfrm>
              <a:off x="1871433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때"/>
            <p:cNvSpPr txBox="1"/>
            <p:nvPr/>
          </p:nvSpPr>
          <p:spPr>
            <a:xfrm>
              <a:off x="777240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태어난 곳</a:t>
              </a:r>
            </a:p>
          </p:txBody>
        </p:sp>
        <p:sp>
          <p:nvSpPr>
            <p:cNvPr id="9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나의 뿌리</a:t>
              </a:r>
            </a:p>
          </p:txBody>
        </p:sp>
        <p:sp>
          <p:nvSpPr>
            <p:cNvPr id="10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고향의 기억을 적어요</a:t>
              </a:r>
            </a:p>
          </p:txBody>
        </p:sp>
      </p:grpSp>
      <p:grpSp>
        <p:nvGrpSpPr>
          <p:cNvPr id="11" name="때 2"/>
          <p:cNvGrpSpPr/>
          <p:nvPr/>
        </p:nvGrpSpPr>
        <p:grpSpPr>
          <a:xfrm>
            <a:off x="3459403" y="2651760"/>
            <a:ext cx="2590723" cy="3383280"/>
            <a:chOff x="3459403" y="2651760"/>
            <a:chExt cx="2590723" cy="3383280"/>
          </a:xfrm>
        </p:grpSpPr>
        <p:sp>
          <p:nvSpPr>
            <p:cNvPr id="12" name="점"/>
            <p:cNvSpPr/>
            <p:nvPr/>
          </p:nvSpPr>
          <p:spPr>
            <a:xfrm>
              <a:off x="4553597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때"/>
            <p:cNvSpPr txBox="1"/>
            <p:nvPr/>
          </p:nvSpPr>
          <p:spPr>
            <a:xfrm>
              <a:off x="3459403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학창 시절</a:t>
              </a:r>
            </a:p>
          </p:txBody>
        </p:sp>
        <p:sp>
          <p:nvSpPr>
            <p:cNvPr id="14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자라던 시간</a:t>
              </a:r>
            </a:p>
          </p:txBody>
        </p:sp>
        <p:sp>
          <p:nvSpPr>
            <p:cNvPr id="15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가장 좋았던 기억</a:t>
              </a:r>
            </a:p>
          </p:txBody>
        </p:sp>
      </p:grpSp>
      <p:grpSp>
        <p:nvGrpSpPr>
          <p:cNvPr id="16" name="때 3"/>
          <p:cNvGrpSpPr/>
          <p:nvPr/>
        </p:nvGrpSpPr>
        <p:grpSpPr>
          <a:xfrm>
            <a:off x="6141567" y="2651760"/>
            <a:ext cx="2590723" cy="3383280"/>
            <a:chOff x="6141567" y="2651760"/>
            <a:chExt cx="2590723" cy="3383280"/>
          </a:xfrm>
        </p:grpSpPr>
        <p:sp>
          <p:nvSpPr>
            <p:cNvPr id="17" name="점"/>
            <p:cNvSpPr/>
            <p:nvPr/>
          </p:nvSpPr>
          <p:spPr>
            <a:xfrm>
              <a:off x="7235761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때"/>
            <p:cNvSpPr txBox="1"/>
            <p:nvPr/>
          </p:nvSpPr>
          <p:spPr>
            <a:xfrm>
              <a:off x="6141567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혼자 시작한 날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나의 첫 집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독립하던 날</a:t>
              </a:r>
            </a:p>
          </p:txBody>
        </p:sp>
      </p:grpSp>
      <p:grpSp>
        <p:nvGrpSpPr>
          <p:cNvPr id="21" name="때 4"/>
          <p:cNvGrpSpPr/>
          <p:nvPr/>
        </p:nvGrpSpPr>
        <p:grpSpPr>
          <a:xfrm>
            <a:off x="8823731" y="2651760"/>
            <a:ext cx="2590723" cy="3383280"/>
            <a:chOff x="8823731" y="2651760"/>
            <a:chExt cx="2590723" cy="3383280"/>
          </a:xfrm>
        </p:grpSpPr>
        <p:sp>
          <p:nvSpPr>
            <p:cNvPr id="22" name="점"/>
            <p:cNvSpPr/>
            <p:nvPr/>
          </p:nvSpPr>
          <p:spPr>
            <a:xfrm>
              <a:off x="9917925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때"/>
            <p:cNvSpPr txBox="1"/>
            <p:nvPr/>
          </p:nvSpPr>
          <p:spPr>
            <a:xfrm>
              <a:off x="8823731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지금</a:t>
              </a:r>
            </a:p>
          </p:txBody>
        </p:sp>
        <p:sp>
          <p:nvSpPr>
            <p:cNvPr id="24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나</a:t>
              </a:r>
            </a:p>
          </p:txBody>
        </p:sp>
        <p:sp>
          <p:nvSpPr>
            <p:cNvPr id="25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요즘 내 이야기</a:t>
              </a:r>
            </a:p>
          </p:txBody>
        </p:sp>
      </p:grp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PROMISE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가족의 약속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B8DB0-663E-45CF-937D-59D43E7CC8B2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1005840"/>
            <a:chOff x="731520" y="1828800"/>
            <a:chExt cx="10728655" cy="1005840"/>
          </a:xfrm>
        </p:grpSpPr>
        <p:sp>
          <p:nvSpPr>
            <p:cNvPr id="6" name="줄 바탕"/>
            <p:cNvSpPr/>
            <p:nvPr/>
          </p:nvSpPr>
          <p:spPr>
            <a:xfrm>
              <a:off x="731520" y="1828800"/>
              <a:ext cx="10728655" cy="10058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 txBox="1"/>
            <p:nvPr/>
          </p:nvSpPr>
          <p:spPr>
            <a:xfrm>
              <a:off x="960120" y="2057400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8" name="줄 제목"/>
            <p:cNvSpPr txBox="1"/>
            <p:nvPr/>
          </p:nvSpPr>
          <p:spPr>
            <a:xfrm>
              <a:off x="1737360" y="1874519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1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4572000" y="1993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0" name="줄 내용"/>
            <p:cNvSpPr txBox="1"/>
            <p:nvPr/>
          </p:nvSpPr>
          <p:spPr>
            <a:xfrm>
              <a:off x="4754880" y="1874519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나를 위한 밥상 차리기</a:t>
              </a:r>
            </a:p>
          </p:txBody>
        </p:sp>
      </p:grpSp>
      <p:grpSp>
        <p:nvGrpSpPr>
          <p:cNvPr id="11" name="줄 2"/>
          <p:cNvGrpSpPr/>
          <p:nvPr/>
        </p:nvGrpSpPr>
        <p:grpSpPr>
          <a:xfrm>
            <a:off x="731520" y="2971800"/>
            <a:ext cx="10728655" cy="1005840"/>
            <a:chOff x="731520" y="2971800"/>
            <a:chExt cx="10728655" cy="1005840"/>
          </a:xfrm>
        </p:grpSpPr>
        <p:sp>
          <p:nvSpPr>
            <p:cNvPr id="12" name="줄 바탕"/>
            <p:cNvSpPr/>
            <p:nvPr/>
          </p:nvSpPr>
          <p:spPr>
            <a:xfrm>
              <a:off x="731520" y="2971800"/>
              <a:ext cx="10728655" cy="10058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 txBox="1"/>
            <p:nvPr/>
          </p:nvSpPr>
          <p:spPr>
            <a:xfrm>
              <a:off x="960120" y="3200400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4" name="줄 제목"/>
            <p:cNvSpPr txBox="1"/>
            <p:nvPr/>
          </p:nvSpPr>
          <p:spPr>
            <a:xfrm>
              <a:off x="1737360" y="3017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2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572000" y="3136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6" name="줄 내용"/>
            <p:cNvSpPr txBox="1"/>
            <p:nvPr/>
          </p:nvSpPr>
          <p:spPr>
            <a:xfrm>
              <a:off x="4754880" y="3017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하루 십 분 나에게 쓰는 시간</a:t>
              </a:r>
            </a:p>
          </p:txBody>
        </p:sp>
      </p:grpSp>
      <p:grpSp>
        <p:nvGrpSpPr>
          <p:cNvPr id="17" name="줄 3"/>
          <p:cNvGrpSpPr/>
          <p:nvPr/>
        </p:nvGrpSpPr>
        <p:grpSpPr>
          <a:xfrm>
            <a:off x="731520" y="4114800"/>
            <a:ext cx="10728655" cy="1005840"/>
            <a:chOff x="731520" y="4114800"/>
            <a:chExt cx="10728655" cy="1005840"/>
          </a:xfrm>
        </p:grpSpPr>
        <p:sp>
          <p:nvSpPr>
            <p:cNvPr id="18" name="줄 바탕"/>
            <p:cNvSpPr/>
            <p:nvPr/>
          </p:nvSpPr>
          <p:spPr>
            <a:xfrm>
              <a:off x="731520" y="4114800"/>
              <a:ext cx="10728655" cy="10058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 txBox="1"/>
            <p:nvPr/>
          </p:nvSpPr>
          <p:spPr>
            <a:xfrm>
              <a:off x="960120" y="4343400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20" name="줄 제목"/>
            <p:cNvSpPr txBox="1"/>
            <p:nvPr/>
          </p:nvSpPr>
          <p:spPr>
            <a:xfrm>
              <a:off x="1737360" y="4160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3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4572000" y="4279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2" name="줄 내용"/>
            <p:cNvSpPr txBox="1"/>
            <p:nvPr/>
          </p:nvSpPr>
          <p:spPr>
            <a:xfrm>
              <a:off x="4754880" y="4160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안부를 전할 사람 한 명 챙기기</a:t>
              </a:r>
            </a:p>
          </p:txBody>
        </p:sp>
      </p:grp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B15E4-08F7-46F3-9791-8D33FDD40CB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u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AD181-2CA4-4183-8347-D601FCAD1E2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u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NAVY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소개를 마칩니다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읽어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고맙습니다 · 가족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나 혼자 · 1인 가구 가족 소개">
  <a:themeElements>
    <a:clrScheme name="나 혼자 · 1인 가구 가족 소개">
      <a:dk1>
        <a:srgbClr val="F9F5ED"/>
      </a:dk1>
      <a:lt1>
        <a:srgbClr val="15243F"/>
      </a:lt1>
      <a:dk2>
        <a:srgbClr val="E8DCC0"/>
      </a:dk2>
      <a:lt2>
        <a:srgbClr val="0F1A2E"/>
      </a:lt2>
      <a:accent1>
        <a:srgbClr val="CDB07A"/>
      </a:accent1>
      <a:accent2>
        <a:srgbClr val="7F98C0"/>
      </a:accent2>
      <a:accent3>
        <a:srgbClr val="09101D"/>
      </a:accent3>
      <a:accent4>
        <a:srgbClr val="1C3054"/>
      </a:accent4>
      <a:accent5>
        <a:srgbClr val="D7BD88"/>
      </a:accent5>
      <a:accent6>
        <a:srgbClr val="5D7294"/>
      </a:accent6>
      <a:hlink>
        <a:srgbClr val="E8DCC0"/>
      </a:hlink>
      <a:folHlink>
        <a:srgbClr val="09101D"/>
      </a:folHlink>
    </a:clrScheme>
    <a:fontScheme name="나 혼자 · 1인 가구 가족 소개">
      <a:majorFont>
        <a:latin typeface="Bodoni MT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나 혼자 · 1인 가구 가족 소개</dc:title>
  <dc:subject>나 혼자 · 1인 가구 가족 소개 슬라이드</dc:subject>
  <dc:creator>우체국보험 상담 안내</dc:creator>
  <cp:keywords>가족,소개,PPT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