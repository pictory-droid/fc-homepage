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7D600C0-C3F0-4249-9EEE-DE1389163D68}">
          <p14:sldIdLst>
            <p14:sldId id="256"/>
          </p14:sldIdLst>
        </p14:section>
        <p14:section name="본문" id="{53336532-36C2-4444-A110-D4D66A320A7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FBD7C98-835E-4AC0-9E61-0CF9B17ECCA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B8ACFA2-8D77-4583-B42C-E991EB61EFBE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E3F1D7A-A10F-4110-A656-A0A75C2CD8E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61A77FB-74DD-4B9E-ACD9-EB564CE19CC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퇴근길에 노란 우산 하나 사 들고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ellipse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CA3C6-C820-4BC9-AC41-235C3B4ABA9A}" type="slidenum">
              <a:rPr lang="en-US"/>
              <a:t>‹#›</a:t>
            </a:fld>
            <a:endParaRPr lang="en-US"/>
          </a:p>
        </p:txBody>
      </p:sp>
      <p:sp>
        <p:nvSpPr>
          <p:cNvPr id="13" name="나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나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6" name="나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요즘 관심사</a:t>
            </a:r>
          </a:p>
        </p:txBody>
      </p:sp>
      <p:sp>
        <p:nvSpPr>
          <p:cNvPr id="17" name="내 공간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내 공간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0" name="내 공간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나만의 규칙</a:t>
            </a:r>
          </a:p>
        </p:txBody>
      </p:sp>
      <p:sp>
        <p:nvSpPr>
          <p:cNvPr id="21" name="내 하루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내 하루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4" name="내 하루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57D22-0CF1-4810-BABA-9E60D1094379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태어난 곳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학창 시절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혼자 시작한 날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1EE69-D2B1-4B7E-882A-386B30AF1A6C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F5697-F0B3-472E-A743-567DAFA7A4C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750CA-92E8-4DD0-8560-4163840E080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F9F5ED"/>
      </a:dk1>
      <a:lt1>
        <a:srgbClr val="15243F"/>
      </a:lt1>
      <a:dk2>
        <a:srgbClr val="E8DCC0"/>
      </a:dk2>
      <a:lt2>
        <a:srgbClr val="0F1A2E"/>
      </a:lt2>
      <a:accent1>
        <a:srgbClr val="CDB07A"/>
      </a:accent1>
      <a:accent2>
        <a:srgbClr val="7F98C0"/>
      </a:accent2>
      <a:accent3>
        <a:srgbClr val="09101D"/>
      </a:accent3>
      <a:accent4>
        <a:srgbClr val="1C3054"/>
      </a:accent4>
      <a:accent5>
        <a:srgbClr val="D7BD88"/>
      </a:accent5>
      <a:accent6>
        <a:srgbClr val="5D7294"/>
      </a:accent6>
      <a:hlink>
        <a:srgbClr val="E8DCC0"/>
      </a:hlink>
      <a:folHlink>
        <a:srgbClr val="09101D"/>
      </a:folHlink>
    </a:clrScheme>
    <a:fontScheme name="나 혼자 · 1인 가구 가족 소개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