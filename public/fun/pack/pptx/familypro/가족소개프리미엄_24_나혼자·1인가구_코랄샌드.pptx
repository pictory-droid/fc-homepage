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6437322-8A6B-496A-A38B-27C7CE67021F}">
          <p14:sldIdLst>
            <p14:sldId id="256"/>
          </p14:sldIdLst>
        </p14:section>
        <p14:section name="본문" id="{16DF5497-4F25-43DB-933B-09C9E9C7F66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379BCC1-CA30-445B-982B-2294F767AC1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17627" y="350131"/>
            <a:ext cx="4708245" cy="5958032"/>
            <a:chOff x="217627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217627" y="350131"/>
              <a:ext cx="799185" cy="69209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1762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1762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1762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1762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17627" y="4111515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1762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1762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86913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86913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86913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86913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869137" y="3735377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86913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869137" y="5239930"/>
              <a:ext cx="799185" cy="692094"/>
            </a:xfrm>
            <a:prstGeom prst="hexagon">
              <a:avLst/>
            </a:prstGeom>
            <a:solidFill>
              <a:schemeClr val="accent1">
                <a:alpha val="68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152064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1520647" y="1102407"/>
              <a:ext cx="799185" cy="692094"/>
            </a:xfrm>
            <a:prstGeom prst="hexagon">
              <a:avLst/>
            </a:prstGeom>
            <a:solidFill>
              <a:schemeClr val="accent1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152064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1520647" y="2606961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152064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152064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152064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152064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217215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217215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2172157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217215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217215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217215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217215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282366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2823667" y="110240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2823667" y="1854684"/>
              <a:ext cx="799185" cy="692094"/>
            </a:xfrm>
            <a:prstGeom prst="hexagon">
              <a:avLst/>
            </a:prstGeom>
            <a:solidFill>
              <a:schemeClr val="accent1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282366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282366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282366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2823667" y="4863792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282366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3475177" y="726269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347517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347517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347517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347517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3475177" y="448765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347517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412668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412668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412668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4126687" y="2606961"/>
              <a:ext cx="799185" cy="692094"/>
            </a:xfrm>
            <a:prstGeom prst="hexagon">
              <a:avLst/>
            </a:prstGeom>
            <a:solidFill>
              <a:schemeClr val="accent1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4126687" y="3359238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412668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412668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412668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09F11A00-3F72-45FD-BD71-0CD8F71AA1F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3DC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9BCBB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17627" y="350131"/>
            <a:ext cx="4708245" cy="5958032"/>
            <a:chOff x="217627" y="350131"/>
            <a:chExt cx="4708245" cy="5958032"/>
          </a:xfrm>
        </p:grpSpPr>
        <p:sp>
          <p:nvSpPr>
            <p:cNvPr id="3" name="Hexagon 2"/>
            <p:cNvSpPr/>
            <p:nvPr/>
          </p:nvSpPr>
          <p:spPr>
            <a:xfrm>
              <a:off x="217627" y="350131"/>
              <a:ext cx="799185" cy="692094"/>
            </a:xfrm>
            <a:prstGeom prst="hexagon">
              <a:avLst/>
            </a:prstGeom>
            <a:solidFill>
              <a:schemeClr val="tx2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1762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1762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1762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1762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17627" y="4111515"/>
              <a:ext cx="799185" cy="69209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1762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1762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86913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86913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86913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86913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869137" y="3735377"/>
              <a:ext cx="799185" cy="692094"/>
            </a:xfrm>
            <a:prstGeom prst="hexagon">
              <a:avLst/>
            </a:prstGeom>
            <a:solidFill>
              <a:schemeClr val="accent2">
                <a:alpha val="3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86913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8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869137" y="5239930"/>
              <a:ext cx="799185" cy="692094"/>
            </a:xfrm>
            <a:prstGeom prst="hexagon">
              <a:avLst/>
            </a:prstGeom>
            <a:solidFill>
              <a:schemeClr val="tx2">
                <a:alpha val="68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152064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1520647" y="1102407"/>
              <a:ext cx="799185" cy="692094"/>
            </a:xfrm>
            <a:prstGeom prst="hexagon">
              <a:avLst/>
            </a:prstGeom>
            <a:solidFill>
              <a:schemeClr val="tx2">
                <a:alpha val="5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152064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1520647" y="2606961"/>
              <a:ext cx="799185" cy="692094"/>
            </a:xfrm>
            <a:prstGeom prst="hexagon">
              <a:avLst/>
            </a:prstGeom>
            <a:solidFill>
              <a:schemeClr val="accent2">
                <a:alpha val="26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152064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152064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152064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152064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7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2172157" y="7262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217215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exagon 27"/>
            <p:cNvSpPr/>
            <p:nvPr/>
          </p:nvSpPr>
          <p:spPr>
            <a:xfrm>
              <a:off x="2172157" y="223082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exagon 28"/>
            <p:cNvSpPr/>
            <p:nvPr/>
          </p:nvSpPr>
          <p:spPr>
            <a:xfrm>
              <a:off x="217215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agon 29"/>
            <p:cNvSpPr/>
            <p:nvPr/>
          </p:nvSpPr>
          <p:spPr>
            <a:xfrm>
              <a:off x="217215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exagon 30"/>
            <p:cNvSpPr/>
            <p:nvPr/>
          </p:nvSpPr>
          <p:spPr>
            <a:xfrm>
              <a:off x="2172157" y="448765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exagon 31"/>
            <p:cNvSpPr/>
            <p:nvPr/>
          </p:nvSpPr>
          <p:spPr>
            <a:xfrm>
              <a:off x="217215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6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exagon 32"/>
            <p:cNvSpPr/>
            <p:nvPr/>
          </p:nvSpPr>
          <p:spPr>
            <a:xfrm>
              <a:off x="282366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exagon 33"/>
            <p:cNvSpPr/>
            <p:nvPr/>
          </p:nvSpPr>
          <p:spPr>
            <a:xfrm>
              <a:off x="2823667" y="1102407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Hexagon 34"/>
            <p:cNvSpPr/>
            <p:nvPr/>
          </p:nvSpPr>
          <p:spPr>
            <a:xfrm>
              <a:off x="2823667" y="1854684"/>
              <a:ext cx="799185" cy="692094"/>
            </a:xfrm>
            <a:prstGeom prst="hexagon">
              <a:avLst/>
            </a:prstGeom>
            <a:solidFill>
              <a:schemeClr val="tx2">
                <a:alpha val="33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exagon 35"/>
            <p:cNvSpPr/>
            <p:nvPr/>
          </p:nvSpPr>
          <p:spPr>
            <a:xfrm>
              <a:off x="2823667" y="260696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exagon 36"/>
            <p:cNvSpPr/>
            <p:nvPr/>
          </p:nvSpPr>
          <p:spPr>
            <a:xfrm>
              <a:off x="2823667" y="3359238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exagon 37"/>
            <p:cNvSpPr/>
            <p:nvPr/>
          </p:nvSpPr>
          <p:spPr>
            <a:xfrm>
              <a:off x="282366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exagon 38"/>
            <p:cNvSpPr/>
            <p:nvPr/>
          </p:nvSpPr>
          <p:spPr>
            <a:xfrm>
              <a:off x="2823667" y="4863792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agon 39"/>
            <p:cNvSpPr/>
            <p:nvPr/>
          </p:nvSpPr>
          <p:spPr>
            <a:xfrm>
              <a:off x="282366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53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exagon 40"/>
            <p:cNvSpPr/>
            <p:nvPr/>
          </p:nvSpPr>
          <p:spPr>
            <a:xfrm>
              <a:off x="3475177" y="726269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Hexagon 41"/>
            <p:cNvSpPr/>
            <p:nvPr/>
          </p:nvSpPr>
          <p:spPr>
            <a:xfrm>
              <a:off x="3475177" y="1478546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exagon 42"/>
            <p:cNvSpPr/>
            <p:nvPr/>
          </p:nvSpPr>
          <p:spPr>
            <a:xfrm>
              <a:off x="3475177" y="2230823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Hexagon 43"/>
            <p:cNvSpPr/>
            <p:nvPr/>
          </p:nvSpPr>
          <p:spPr>
            <a:xfrm>
              <a:off x="3475177" y="298310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exagon 44"/>
            <p:cNvSpPr/>
            <p:nvPr/>
          </p:nvSpPr>
          <p:spPr>
            <a:xfrm>
              <a:off x="3475177" y="373537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Hexagon 45"/>
            <p:cNvSpPr/>
            <p:nvPr/>
          </p:nvSpPr>
          <p:spPr>
            <a:xfrm>
              <a:off x="3475177" y="4487653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exagon 46"/>
            <p:cNvSpPr/>
            <p:nvPr/>
          </p:nvSpPr>
          <p:spPr>
            <a:xfrm>
              <a:off x="3475177" y="5239930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41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Hexagon 47"/>
            <p:cNvSpPr/>
            <p:nvPr/>
          </p:nvSpPr>
          <p:spPr>
            <a:xfrm>
              <a:off x="4126687" y="350131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exagon 48"/>
            <p:cNvSpPr/>
            <p:nvPr/>
          </p:nvSpPr>
          <p:spPr>
            <a:xfrm>
              <a:off x="4126687" y="1102407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exagon 49"/>
            <p:cNvSpPr/>
            <p:nvPr/>
          </p:nvSpPr>
          <p:spPr>
            <a:xfrm>
              <a:off x="4126687" y="1854684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Hexagon 50"/>
            <p:cNvSpPr/>
            <p:nvPr/>
          </p:nvSpPr>
          <p:spPr>
            <a:xfrm>
              <a:off x="4126687" y="2606961"/>
              <a:ext cx="799185" cy="692094"/>
            </a:xfrm>
            <a:prstGeom prst="hexagon">
              <a:avLst/>
            </a:prstGeom>
            <a:solidFill>
              <a:schemeClr val="tx2">
                <a:alpha val="25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exagon 51"/>
            <p:cNvSpPr/>
            <p:nvPr/>
          </p:nvSpPr>
          <p:spPr>
            <a:xfrm>
              <a:off x="4126687" y="3359238"/>
              <a:ext cx="799185" cy="69209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exagon 52"/>
            <p:cNvSpPr/>
            <p:nvPr/>
          </p:nvSpPr>
          <p:spPr>
            <a:xfrm>
              <a:off x="4126687" y="4111515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exagon 53"/>
            <p:cNvSpPr/>
            <p:nvPr/>
          </p:nvSpPr>
          <p:spPr>
            <a:xfrm>
              <a:off x="4126687" y="4863792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exagon 54"/>
            <p:cNvSpPr/>
            <p:nvPr/>
          </p:nvSpPr>
          <p:spPr>
            <a:xfrm>
              <a:off x="4126687" y="5616069"/>
              <a:ext cx="799185" cy="692094"/>
            </a:xfrm>
            <a:prstGeom prst="hexagon">
              <a:avLst/>
            </a:prstGeom>
            <a:noFill/>
            <a:ln w="9525">
              <a:solidFill>
                <a:schemeClr val="accent5">
                  <a:alpha val="3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DAB1B9CB-DF74-475E-B673-053A9E4DCE9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65C0B082-6C89-4597-A80C-4D6DC860FF0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CORAL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혼자 올라간 절집 마당에서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13038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038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1" name="사진 바탕 2"/>
          <p:cNvSpPr/>
          <p:nvPr/>
        </p:nvSpPr>
        <p:spPr>
          <a:xfrm>
            <a:off x="477339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77339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6" name="사진 바탕 3"/>
          <p:cNvSpPr/>
          <p:nvPr/>
        </p:nvSpPr>
        <p:spPr>
          <a:xfrm>
            <a:off x="824293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24293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C6567-D015-4265-B62D-0E78804C31C0}" type="slidenum">
              <a:rPr lang="en-US"/>
              <a:t>‹#›</a:t>
            </a:fld>
            <a:endParaRPr lang="en-US"/>
          </a:p>
        </p:txBody>
      </p:sp>
      <p:sp>
        <p:nvSpPr>
          <p:cNvPr id="14" name="나 카드"/>
          <p:cNvSpPr/>
          <p:nvPr/>
        </p:nvSpPr>
        <p:spPr>
          <a:xfrm>
            <a:off x="640080" y="1828800"/>
            <a:ext cx="3195218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옆 선"/>
          <p:cNvSpPr/>
          <p:nvPr/>
        </p:nvSpPr>
        <p:spPr>
          <a:xfrm>
            <a:off x="640080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나 이름"/>
          <p:cNvSpPr txBox="1"/>
          <p:nvPr/>
        </p:nvSpPr>
        <p:spPr>
          <a:xfrm>
            <a:off x="640080" y="4320540"/>
            <a:ext cx="31952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8" name="나 소개"/>
          <p:cNvSpPr txBox="1"/>
          <p:nvPr/>
        </p:nvSpPr>
        <p:spPr>
          <a:xfrm>
            <a:off x="731519" y="4777740"/>
            <a:ext cx="301233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9" name="내 공간 카드"/>
          <p:cNvSpPr/>
          <p:nvPr/>
        </p:nvSpPr>
        <p:spPr>
          <a:xfrm>
            <a:off x="4109618" y="1828800"/>
            <a:ext cx="3195218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옆 선"/>
          <p:cNvSpPr/>
          <p:nvPr/>
        </p:nvSpPr>
        <p:spPr>
          <a:xfrm>
            <a:off x="4109618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내 공간 이름"/>
          <p:cNvSpPr txBox="1"/>
          <p:nvPr/>
        </p:nvSpPr>
        <p:spPr>
          <a:xfrm>
            <a:off x="4109618" y="4320540"/>
            <a:ext cx="31952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3" name="내 공간 소개"/>
          <p:cNvSpPr txBox="1"/>
          <p:nvPr/>
        </p:nvSpPr>
        <p:spPr>
          <a:xfrm>
            <a:off x="4201058" y="4777740"/>
            <a:ext cx="301233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4" name="내 하루 카드"/>
          <p:cNvSpPr/>
          <p:nvPr/>
        </p:nvSpPr>
        <p:spPr>
          <a:xfrm>
            <a:off x="7579156" y="1828800"/>
            <a:ext cx="3195218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옆 선"/>
          <p:cNvSpPr/>
          <p:nvPr/>
        </p:nvSpPr>
        <p:spPr>
          <a:xfrm>
            <a:off x="7579156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내 하루 이름"/>
          <p:cNvSpPr txBox="1"/>
          <p:nvPr/>
        </p:nvSpPr>
        <p:spPr>
          <a:xfrm>
            <a:off x="7579156" y="4320540"/>
            <a:ext cx="31952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8" name="내 하루 소개"/>
          <p:cNvSpPr txBox="1"/>
          <p:nvPr/>
        </p:nvSpPr>
        <p:spPr>
          <a:xfrm>
            <a:off x="7670596" y="4777740"/>
            <a:ext cx="301233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AB63D-9606-4540-9D07-810E0EE76B45}" type="slidenum">
              <a:rPr lang="en-US"/>
              <a:t>‹#›</a:t>
            </a:fld>
            <a:endParaRPr lang="en-US"/>
          </a:p>
        </p:txBody>
      </p:sp>
      <p:cxnSp>
        <p:nvCxnSpPr>
          <p:cNvPr id="6" name="타임라인 선"/>
          <p:cNvCxnSpPr/>
          <p:nvPr/>
        </p:nvCxnSpPr>
        <p:spPr>
          <a:xfrm>
            <a:off x="640080" y="3493008"/>
            <a:ext cx="1013429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7" name="때 1"/>
          <p:cNvGrpSpPr/>
          <p:nvPr/>
        </p:nvGrpSpPr>
        <p:grpSpPr>
          <a:xfrm>
            <a:off x="685799" y="2651760"/>
            <a:ext cx="2442133" cy="3383280"/>
            <a:chOff x="685799" y="2651760"/>
            <a:chExt cx="2442133" cy="3383280"/>
          </a:xfrm>
        </p:grpSpPr>
        <p:sp>
          <p:nvSpPr>
            <p:cNvPr id="8" name="점"/>
            <p:cNvSpPr/>
            <p:nvPr/>
          </p:nvSpPr>
          <p:spPr>
            <a:xfrm>
              <a:off x="1705698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때"/>
            <p:cNvSpPr txBox="1"/>
            <p:nvPr/>
          </p:nvSpPr>
          <p:spPr>
            <a:xfrm>
              <a:off x="685799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태어난 곳</a:t>
              </a:r>
            </a:p>
          </p:txBody>
        </p:sp>
        <p:sp>
          <p:nvSpPr>
            <p:cNvPr id="10" name="제목"/>
            <p:cNvSpPr txBox="1"/>
            <p:nvPr/>
          </p:nvSpPr>
          <p:spPr>
            <a:xfrm>
              <a:off x="731519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11" name="내용"/>
            <p:cNvSpPr txBox="1"/>
            <p:nvPr/>
          </p:nvSpPr>
          <p:spPr>
            <a:xfrm>
              <a:off x="731519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12" name="때 2"/>
          <p:cNvGrpSpPr/>
          <p:nvPr/>
        </p:nvGrpSpPr>
        <p:grpSpPr>
          <a:xfrm>
            <a:off x="3219373" y="2651760"/>
            <a:ext cx="2442133" cy="3383280"/>
            <a:chOff x="3219373" y="2651760"/>
            <a:chExt cx="2442133" cy="3383280"/>
          </a:xfrm>
        </p:grpSpPr>
        <p:sp>
          <p:nvSpPr>
            <p:cNvPr id="13" name="점"/>
            <p:cNvSpPr/>
            <p:nvPr/>
          </p:nvSpPr>
          <p:spPr>
            <a:xfrm>
              <a:off x="4239272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때"/>
            <p:cNvSpPr txBox="1"/>
            <p:nvPr/>
          </p:nvSpPr>
          <p:spPr>
            <a:xfrm>
              <a:off x="3219373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학창 시절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3265093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3265093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7" name="때 3"/>
          <p:cNvGrpSpPr/>
          <p:nvPr/>
        </p:nvGrpSpPr>
        <p:grpSpPr>
          <a:xfrm>
            <a:off x="5752947" y="2651760"/>
            <a:ext cx="2442133" cy="3383280"/>
            <a:chOff x="5752947" y="2651760"/>
            <a:chExt cx="2442133" cy="3383280"/>
          </a:xfrm>
        </p:grpSpPr>
        <p:sp>
          <p:nvSpPr>
            <p:cNvPr id="18" name="점"/>
            <p:cNvSpPr/>
            <p:nvPr/>
          </p:nvSpPr>
          <p:spPr>
            <a:xfrm>
              <a:off x="6772846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때"/>
            <p:cNvSpPr txBox="1"/>
            <p:nvPr/>
          </p:nvSpPr>
          <p:spPr>
            <a:xfrm>
              <a:off x="5752947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혼자 시작한 날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5798667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5798667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22" name="때 4"/>
          <p:cNvGrpSpPr/>
          <p:nvPr/>
        </p:nvGrpSpPr>
        <p:grpSpPr>
          <a:xfrm>
            <a:off x="8286521" y="2651760"/>
            <a:ext cx="2442133" cy="3383280"/>
            <a:chOff x="8286521" y="2651760"/>
            <a:chExt cx="2442133" cy="3383280"/>
          </a:xfrm>
        </p:grpSpPr>
        <p:sp>
          <p:nvSpPr>
            <p:cNvPr id="23" name="점"/>
            <p:cNvSpPr/>
            <p:nvPr/>
          </p:nvSpPr>
          <p:spPr>
            <a:xfrm>
              <a:off x="9306420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때"/>
            <p:cNvSpPr txBox="1"/>
            <p:nvPr/>
          </p:nvSpPr>
          <p:spPr>
            <a:xfrm>
              <a:off x="8286521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5" name="제목"/>
            <p:cNvSpPr txBox="1"/>
            <p:nvPr/>
          </p:nvSpPr>
          <p:spPr>
            <a:xfrm>
              <a:off x="8332241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6" name="내용"/>
            <p:cNvSpPr txBox="1"/>
            <p:nvPr/>
          </p:nvSpPr>
          <p:spPr>
            <a:xfrm>
              <a:off x="8332241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AD1A4-064E-45EA-B60A-06A7A1A4121F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640080" y="1828800"/>
            <a:ext cx="10134295" cy="1005840"/>
            <a:chOff x="640080" y="1828800"/>
            <a:chExt cx="10134295" cy="1005840"/>
          </a:xfrm>
        </p:grpSpPr>
        <p:sp>
          <p:nvSpPr>
            <p:cNvPr id="7" name="줄 바탕"/>
            <p:cNvSpPr/>
            <p:nvPr/>
          </p:nvSpPr>
          <p:spPr>
            <a:xfrm>
              <a:off x="640080" y="1828800"/>
              <a:ext cx="1013429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옆 선"/>
            <p:cNvSpPr/>
            <p:nvPr/>
          </p:nvSpPr>
          <p:spPr>
            <a:xfrm>
              <a:off x="640080" y="1828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91440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164592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448056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줄 내용"/>
            <p:cNvSpPr txBox="1"/>
            <p:nvPr/>
          </p:nvSpPr>
          <p:spPr>
            <a:xfrm>
              <a:off x="4663440" y="1874519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3" name="줄 2"/>
          <p:cNvGrpSpPr/>
          <p:nvPr/>
        </p:nvGrpSpPr>
        <p:grpSpPr>
          <a:xfrm>
            <a:off x="640080" y="2971800"/>
            <a:ext cx="10134295" cy="1005840"/>
            <a:chOff x="640080" y="2971800"/>
            <a:chExt cx="10134295" cy="1005840"/>
          </a:xfrm>
        </p:grpSpPr>
        <p:sp>
          <p:nvSpPr>
            <p:cNvPr id="14" name="줄 바탕"/>
            <p:cNvSpPr/>
            <p:nvPr/>
          </p:nvSpPr>
          <p:spPr>
            <a:xfrm>
              <a:off x="640080" y="2971800"/>
              <a:ext cx="1013429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옆 선"/>
            <p:cNvSpPr/>
            <p:nvPr/>
          </p:nvSpPr>
          <p:spPr>
            <a:xfrm>
              <a:off x="640080" y="2971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/>
            <p:nvPr/>
          </p:nvSpPr>
          <p:spPr>
            <a:xfrm>
              <a:off x="91440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7" name="줄 제목"/>
            <p:cNvSpPr txBox="1"/>
            <p:nvPr/>
          </p:nvSpPr>
          <p:spPr>
            <a:xfrm>
              <a:off x="164592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448056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9" name="줄 내용"/>
            <p:cNvSpPr txBox="1"/>
            <p:nvPr/>
          </p:nvSpPr>
          <p:spPr>
            <a:xfrm>
              <a:off x="4663440" y="3017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20" name="줄 3"/>
          <p:cNvGrpSpPr/>
          <p:nvPr/>
        </p:nvGrpSpPr>
        <p:grpSpPr>
          <a:xfrm>
            <a:off x="640080" y="4114800"/>
            <a:ext cx="10134295" cy="1005840"/>
            <a:chOff x="640080" y="4114800"/>
            <a:chExt cx="10134295" cy="1005840"/>
          </a:xfrm>
        </p:grpSpPr>
        <p:sp>
          <p:nvSpPr>
            <p:cNvPr id="21" name="줄 바탕"/>
            <p:cNvSpPr/>
            <p:nvPr/>
          </p:nvSpPr>
          <p:spPr>
            <a:xfrm>
              <a:off x="640080" y="4114800"/>
              <a:ext cx="1013429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옆 선"/>
            <p:cNvSpPr/>
            <p:nvPr/>
          </p:nvSpPr>
          <p:spPr>
            <a:xfrm>
              <a:off x="640080" y="4114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/>
            <p:nvPr/>
          </p:nvSpPr>
          <p:spPr>
            <a:xfrm>
              <a:off x="91440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4" name="줄 제목"/>
            <p:cNvSpPr txBox="1"/>
            <p:nvPr/>
          </p:nvSpPr>
          <p:spPr>
            <a:xfrm>
              <a:off x="164592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448056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6" name="줄 내용"/>
            <p:cNvSpPr txBox="1"/>
            <p:nvPr/>
          </p:nvSpPr>
          <p:spPr>
            <a:xfrm>
              <a:off x="4663440" y="4160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243986" cy="2071116"/>
          </a:xfrm>
          <a:prstGeom prst="rect">
            <a:avLst/>
          </a:prstGeom>
        </p:spPr>
      </p:sp>
      <p:sp>
        <p:nvSpPr>
          <p:cNvPr id="15" name="사진 바탕 2"/>
          <p:cNvSpPr/>
          <p:nvPr/>
        </p:nvSpPr>
        <p:spPr>
          <a:xfrm>
            <a:off x="4085234" y="1828800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85234" y="1828800"/>
            <a:ext cx="3243986" cy="2071116"/>
          </a:xfrm>
          <a:prstGeom prst="rect">
            <a:avLst/>
          </a:prstGeom>
        </p:spPr>
      </p:sp>
      <p:sp>
        <p:nvSpPr>
          <p:cNvPr id="16" name="사진 바탕 3"/>
          <p:cNvSpPr/>
          <p:nvPr/>
        </p:nvSpPr>
        <p:spPr>
          <a:xfrm>
            <a:off x="7530388" y="1828800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7530388" y="1828800"/>
            <a:ext cx="3243986" cy="2071116"/>
          </a:xfrm>
          <a:prstGeom prst="rect">
            <a:avLst/>
          </a:prstGeom>
        </p:spPr>
      </p:sp>
      <p:sp>
        <p:nvSpPr>
          <p:cNvPr id="17" name="사진 바탕 4"/>
          <p:cNvSpPr/>
          <p:nvPr/>
        </p:nvSpPr>
        <p:spPr>
          <a:xfrm>
            <a:off x="640080" y="4101084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0080" y="4101084"/>
            <a:ext cx="3243986" cy="2071116"/>
          </a:xfrm>
          <a:prstGeom prst="rect">
            <a:avLst/>
          </a:prstGeom>
        </p:spPr>
      </p:sp>
      <p:sp>
        <p:nvSpPr>
          <p:cNvPr id="18" name="사진 바탕 5"/>
          <p:cNvSpPr/>
          <p:nvPr/>
        </p:nvSpPr>
        <p:spPr>
          <a:xfrm>
            <a:off x="4085234" y="4101084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085234" y="4101084"/>
            <a:ext cx="3243986" cy="2071116"/>
          </a:xfrm>
          <a:prstGeom prst="rect">
            <a:avLst/>
          </a:prstGeom>
        </p:spPr>
      </p:sp>
      <p:sp>
        <p:nvSpPr>
          <p:cNvPr id="19" name="사진 바탕 6"/>
          <p:cNvSpPr/>
          <p:nvPr/>
        </p:nvSpPr>
        <p:spPr>
          <a:xfrm>
            <a:off x="7530388" y="4101084"/>
            <a:ext cx="324398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7530388" y="4101084"/>
            <a:ext cx="3243986" cy="2071116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8DEE5-AC6F-4D79-A2C2-AFD71139E08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DF8D9-11C8-481A-ABC2-EF73A964EC4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CORAL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483937"/>
      </a:dk1>
      <a:lt1>
        <a:srgbClr val="FEFCFA"/>
      </a:lt1>
      <a:dk2>
        <a:srgbClr val="5A2A24"/>
      </a:dk2>
      <a:lt2>
        <a:srgbClr val="FBF4EE"/>
      </a:lt2>
      <a:accent1>
        <a:srgbClr val="D96A5B"/>
      </a:accent1>
      <a:accent2>
        <a:srgbClr val="E5B27E"/>
      </a:accent2>
      <a:accent3>
        <a:srgbClr val="7E605D"/>
      </a:accent3>
      <a:accent4>
        <a:srgbClr val="F4D8D1"/>
      </a:accent4>
      <a:accent5>
        <a:srgbClr val="C99A62"/>
      </a:accent5>
      <a:accent6>
        <a:srgbClr val="EFD0B0"/>
      </a:accent6>
      <a:hlink>
        <a:srgbClr val="5A2A24"/>
      </a:hlink>
      <a:folHlink>
        <a:srgbClr val="7E605D"/>
      </a:folHlink>
    </a:clrScheme>
    <a:fontScheme name="나 혼자 · 1인 가구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