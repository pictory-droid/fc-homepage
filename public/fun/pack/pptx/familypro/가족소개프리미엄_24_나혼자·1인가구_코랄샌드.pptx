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486CCC4-9BCD-43F2-8944-D909EDF8A058}">
          <p14:sldIdLst>
            <p14:sldId id="256"/>
          </p14:sldIdLst>
        </p14:section>
        <p14:section name="본문" id="{2102F05C-C5DD-4EED-B396-00EEB886A03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932ACC7-0779-423C-9181-BCB1282A537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accent1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9F342FCA-2E5F-4300-9E77-8309C0C14D0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3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9BC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tx2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3501D613-E064-46F2-A067-87FA283C6FB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E15A4DF5-54C6-482F-907E-46D642A1B4D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혼자 올라간 절집 마당에서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13038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038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1" name="사진 바탕 2"/>
          <p:cNvSpPr/>
          <p:nvPr/>
        </p:nvSpPr>
        <p:spPr>
          <a:xfrm>
            <a:off x="477339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77339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6" name="사진 바탕 3"/>
          <p:cNvSpPr/>
          <p:nvPr/>
        </p:nvSpPr>
        <p:spPr>
          <a:xfrm>
            <a:off x="824293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24293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31778-1FE9-4A5A-8CE5-1A32818ED357}" type="slidenum">
              <a:rPr lang="en-US"/>
              <a:t>‹#›</a:t>
            </a:fld>
            <a:endParaRPr lang="en-US"/>
          </a:p>
        </p:txBody>
      </p:sp>
      <p:sp>
        <p:nvSpPr>
          <p:cNvPr id="14" name="나 카드"/>
          <p:cNvSpPr/>
          <p:nvPr/>
        </p:nvSpPr>
        <p:spPr>
          <a:xfrm>
            <a:off x="640080" y="1828800"/>
            <a:ext cx="319521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옆 선"/>
          <p:cNvSpPr/>
          <p:nvPr/>
        </p:nvSpPr>
        <p:spPr>
          <a:xfrm>
            <a:off x="64008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나 이름"/>
          <p:cNvSpPr txBox="1"/>
          <p:nvPr/>
        </p:nvSpPr>
        <p:spPr>
          <a:xfrm>
            <a:off x="640080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8" name="나 소개"/>
          <p:cNvSpPr txBox="1"/>
          <p:nvPr/>
        </p:nvSpPr>
        <p:spPr>
          <a:xfrm>
            <a:off x="731519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요즘 관심사</a:t>
            </a:r>
          </a:p>
        </p:txBody>
      </p:sp>
      <p:sp>
        <p:nvSpPr>
          <p:cNvPr id="19" name="내 공간 카드"/>
          <p:cNvSpPr/>
          <p:nvPr/>
        </p:nvSpPr>
        <p:spPr>
          <a:xfrm>
            <a:off x="4109618" y="1828800"/>
            <a:ext cx="319521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옆 선"/>
          <p:cNvSpPr/>
          <p:nvPr/>
        </p:nvSpPr>
        <p:spPr>
          <a:xfrm>
            <a:off x="4109618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내 공간 이름"/>
          <p:cNvSpPr txBox="1"/>
          <p:nvPr/>
        </p:nvSpPr>
        <p:spPr>
          <a:xfrm>
            <a:off x="4109618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3" name="내 공간 소개"/>
          <p:cNvSpPr txBox="1"/>
          <p:nvPr/>
        </p:nvSpPr>
        <p:spPr>
          <a:xfrm>
            <a:off x="4201058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나만의 규칙</a:t>
            </a:r>
          </a:p>
        </p:txBody>
      </p:sp>
      <p:sp>
        <p:nvSpPr>
          <p:cNvPr id="24" name="내 하루 카드"/>
          <p:cNvSpPr/>
          <p:nvPr/>
        </p:nvSpPr>
        <p:spPr>
          <a:xfrm>
            <a:off x="7579156" y="1828800"/>
            <a:ext cx="319521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옆 선"/>
          <p:cNvSpPr/>
          <p:nvPr/>
        </p:nvSpPr>
        <p:spPr>
          <a:xfrm>
            <a:off x="7579156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내 하루 이름"/>
          <p:cNvSpPr txBox="1"/>
          <p:nvPr/>
        </p:nvSpPr>
        <p:spPr>
          <a:xfrm>
            <a:off x="7579156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8" name="내 하루 소개"/>
          <p:cNvSpPr txBox="1"/>
          <p:nvPr/>
        </p:nvSpPr>
        <p:spPr>
          <a:xfrm>
            <a:off x="7670596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6EDCA-C816-47E8-B086-DD34F6A5EF8E}" type="slidenum">
              <a:rPr lang="en-US"/>
              <a:t>‹#›</a:t>
            </a:fld>
            <a:endParaRPr lang="en-US"/>
          </a:p>
        </p:txBody>
      </p:sp>
      <p:cxnSp>
        <p:nvCxnSpPr>
          <p:cNvPr id="6" name="타임라인 선"/>
          <p:cNvCxnSpPr/>
          <p:nvPr/>
        </p:nvCxnSpPr>
        <p:spPr>
          <a:xfrm>
            <a:off x="640080" y="3493008"/>
            <a:ext cx="1013429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7" name="때 1"/>
          <p:cNvGrpSpPr/>
          <p:nvPr/>
        </p:nvGrpSpPr>
        <p:grpSpPr>
          <a:xfrm>
            <a:off x="685799" y="2651760"/>
            <a:ext cx="2442133" cy="3383280"/>
            <a:chOff x="685799" y="2651760"/>
            <a:chExt cx="2442133" cy="3383280"/>
          </a:xfrm>
        </p:grpSpPr>
        <p:sp>
          <p:nvSpPr>
            <p:cNvPr id="8" name="점"/>
            <p:cNvSpPr/>
            <p:nvPr/>
          </p:nvSpPr>
          <p:spPr>
            <a:xfrm>
              <a:off x="170569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때"/>
            <p:cNvSpPr txBox="1"/>
            <p:nvPr/>
          </p:nvSpPr>
          <p:spPr>
            <a:xfrm>
              <a:off x="685799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태어난 곳</a:t>
              </a:r>
            </a:p>
          </p:txBody>
        </p:sp>
        <p:sp>
          <p:nvSpPr>
            <p:cNvPr id="10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11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12" name="때 2"/>
          <p:cNvGrpSpPr/>
          <p:nvPr/>
        </p:nvGrpSpPr>
        <p:grpSpPr>
          <a:xfrm>
            <a:off x="3219373" y="2651760"/>
            <a:ext cx="2442133" cy="3383280"/>
            <a:chOff x="3219373" y="2651760"/>
            <a:chExt cx="2442133" cy="3383280"/>
          </a:xfrm>
        </p:grpSpPr>
        <p:sp>
          <p:nvSpPr>
            <p:cNvPr id="13" name="점"/>
            <p:cNvSpPr/>
            <p:nvPr/>
          </p:nvSpPr>
          <p:spPr>
            <a:xfrm>
              <a:off x="4239272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때"/>
            <p:cNvSpPr txBox="1"/>
            <p:nvPr/>
          </p:nvSpPr>
          <p:spPr>
            <a:xfrm>
              <a:off x="3219373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학창 시절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7" name="때 3"/>
          <p:cNvGrpSpPr/>
          <p:nvPr/>
        </p:nvGrpSpPr>
        <p:grpSpPr>
          <a:xfrm>
            <a:off x="5752947" y="2651760"/>
            <a:ext cx="2442133" cy="3383280"/>
            <a:chOff x="5752947" y="2651760"/>
            <a:chExt cx="2442133" cy="3383280"/>
          </a:xfrm>
        </p:grpSpPr>
        <p:sp>
          <p:nvSpPr>
            <p:cNvPr id="18" name="점"/>
            <p:cNvSpPr/>
            <p:nvPr/>
          </p:nvSpPr>
          <p:spPr>
            <a:xfrm>
              <a:off x="6772846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때"/>
            <p:cNvSpPr txBox="1"/>
            <p:nvPr/>
          </p:nvSpPr>
          <p:spPr>
            <a:xfrm>
              <a:off x="5752947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혼자 시작한 날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22" name="때 4"/>
          <p:cNvGrpSpPr/>
          <p:nvPr/>
        </p:nvGrpSpPr>
        <p:grpSpPr>
          <a:xfrm>
            <a:off x="8286521" y="2651760"/>
            <a:ext cx="2442133" cy="3383280"/>
            <a:chOff x="8286521" y="2651760"/>
            <a:chExt cx="2442133" cy="3383280"/>
          </a:xfrm>
        </p:grpSpPr>
        <p:sp>
          <p:nvSpPr>
            <p:cNvPr id="23" name="점"/>
            <p:cNvSpPr/>
            <p:nvPr/>
          </p:nvSpPr>
          <p:spPr>
            <a:xfrm>
              <a:off x="930642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때"/>
            <p:cNvSpPr txBox="1"/>
            <p:nvPr/>
          </p:nvSpPr>
          <p:spPr>
            <a:xfrm>
              <a:off x="8286521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5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6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4A322-D987-4357-A77E-CA5E973B035F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640080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91440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10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4" name="줄 바탕"/>
            <p:cNvSpPr/>
            <p:nvPr/>
          </p:nvSpPr>
          <p:spPr>
            <a:xfrm>
              <a:off x="640080" y="2971800"/>
              <a:ext cx="1013429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640080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91440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7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20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21" name="줄 바탕"/>
            <p:cNvSpPr/>
            <p:nvPr/>
          </p:nvSpPr>
          <p:spPr>
            <a:xfrm>
              <a:off x="640080" y="4114800"/>
              <a:ext cx="1013429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640080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91440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4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8DDB7D-759E-42A6-B094-2827658B3F6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586186-D042-4992-98E1-8E1359296E9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483937"/>
      </a:dk1>
      <a:lt1>
        <a:srgbClr val="FEFCFA"/>
      </a:lt1>
      <a:dk2>
        <a:srgbClr val="5A2A24"/>
      </a:dk2>
      <a:lt2>
        <a:srgbClr val="FBF4EE"/>
      </a:lt2>
      <a:accent1>
        <a:srgbClr val="D96A5B"/>
      </a:accent1>
      <a:accent2>
        <a:srgbClr val="E5B27E"/>
      </a:accent2>
      <a:accent3>
        <a:srgbClr val="7E605D"/>
      </a:accent3>
      <a:accent4>
        <a:srgbClr val="F4D8D1"/>
      </a:accent4>
      <a:accent5>
        <a:srgbClr val="C99A62"/>
      </a:accent5>
      <a:accent6>
        <a:srgbClr val="EFD0B0"/>
      </a:accent6>
      <a:hlink>
        <a:srgbClr val="5A2A24"/>
      </a:hlink>
      <a:folHlink>
        <a:srgbClr val="7E605D"/>
      </a:folHlink>
    </a:clrScheme>
    <a:fontScheme name="나 혼자 · 1인 가구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