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19B7C3E-50FA-4EA4-8E8B-38C8CA387DE6}">
          <p14:sldIdLst>
            <p14:sldId id="256"/>
          </p14:sldIdLst>
        </p14:section>
        <p14:section name="본문" id="{FE9E150D-2E7C-4A10-BACC-D7549795CCF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2AC4C83-9005-4FEC-A106-6B061C8DAB7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689152" y="1554480"/>
            <a:ext cx="523036" cy="1005840"/>
            <a:chOff x="1689152" y="1554480"/>
            <a:chExt cx="523036" cy="1005840"/>
          </a:xfrm>
        </p:grpSpPr>
        <p:sp>
          <p:nvSpPr>
            <p:cNvPr id="7" name="Rounded Rectangle 6"/>
            <p:cNvSpPr/>
            <p:nvPr/>
          </p:nvSpPr>
          <p:spPr>
            <a:xfrm>
              <a:off x="1689152" y="1675180"/>
              <a:ext cx="523036" cy="764438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09853" y="1554480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09853" y="2459736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83C76D3-5078-4B51-92A6-94A4C4C37138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48309" y="6240780"/>
            <a:ext cx="166420" cy="320039"/>
            <a:chOff x="648309" y="6240780"/>
            <a:chExt cx="166420" cy="320039"/>
          </a:xfrm>
        </p:grpSpPr>
        <p:sp>
          <p:nvSpPr>
            <p:cNvPr id="4" name="Rounded Rectangle 3"/>
            <p:cNvSpPr/>
            <p:nvPr/>
          </p:nvSpPr>
          <p:spPr>
            <a:xfrm>
              <a:off x="648309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86714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6714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76964" y="6240780"/>
            <a:ext cx="166420" cy="320039"/>
            <a:chOff x="11376964" y="6240780"/>
            <a:chExt cx="166420" cy="320039"/>
          </a:xfrm>
        </p:grpSpPr>
        <p:sp>
          <p:nvSpPr>
            <p:cNvPr id="8" name="Rounded Rectangle 7"/>
            <p:cNvSpPr/>
            <p:nvPr/>
          </p:nvSpPr>
          <p:spPr>
            <a:xfrm>
              <a:off x="11376964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15369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15369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689152" y="1554480"/>
            <a:ext cx="523036" cy="1005840"/>
            <a:chOff x="1689152" y="1554480"/>
            <a:chExt cx="523036" cy="1005840"/>
          </a:xfrm>
        </p:grpSpPr>
        <p:sp>
          <p:nvSpPr>
            <p:cNvPr id="7" name="Rounded Rectangle 6"/>
            <p:cNvSpPr/>
            <p:nvPr/>
          </p:nvSpPr>
          <p:spPr>
            <a:xfrm>
              <a:off x="1689152" y="1675180"/>
              <a:ext cx="523036" cy="764438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09853" y="1554480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09853" y="2459736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050BE05-99A3-4CCC-8153-4F779B47F7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48309" y="6240780"/>
            <a:ext cx="166420" cy="320039"/>
            <a:chOff x="648309" y="6240780"/>
            <a:chExt cx="166420" cy="320039"/>
          </a:xfrm>
        </p:grpSpPr>
        <p:sp>
          <p:nvSpPr>
            <p:cNvPr id="4" name="Rounded Rectangle 3"/>
            <p:cNvSpPr/>
            <p:nvPr/>
          </p:nvSpPr>
          <p:spPr>
            <a:xfrm>
              <a:off x="648309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86714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6714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76964" y="6240780"/>
            <a:ext cx="166420" cy="320039"/>
            <a:chOff x="11376964" y="6240780"/>
            <a:chExt cx="166420" cy="320039"/>
          </a:xfrm>
        </p:grpSpPr>
        <p:sp>
          <p:nvSpPr>
            <p:cNvPr id="8" name="Rounded Rectangle 7"/>
            <p:cNvSpPr/>
            <p:nvPr/>
          </p:nvSpPr>
          <p:spPr>
            <a:xfrm>
              <a:off x="11376964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15369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15369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145E349-8DB7-4255-A46F-010567C0D2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마루에서 삼대가 같이 낮잠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ellipse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ellipse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ellipse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C3FB-A45D-4C2A-AC1B-90753350E7C1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97A24-9288-4BCE-B476-48DEA584DA93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B5EC-D253-4503-83A6-CE2CFFC1B78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04DFD-BA97-45B8-A4BE-F3D84011FC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E501-511B-4334-944C-3D1F89FD30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